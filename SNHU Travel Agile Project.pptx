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912027-34DA-4B8D-AAB0-686E3A162C7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F80C747D-B720-49AB-90D7-B35FA786EF4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Product Owner (Christy):</a:t>
          </a:r>
          <a:r>
            <a:rPr lang="en-US" b="0" i="0" baseline="0"/>
            <a:t> Prioritized backlog and defined project goals </a:t>
          </a:r>
          <a:endParaRPr lang="en-US"/>
        </a:p>
      </dgm:t>
    </dgm:pt>
    <dgm:pt modelId="{7ABF0061-3185-45BE-A69A-FE3D82761C45}" type="parTrans" cxnId="{648AE339-C4C7-4C7A-BCF3-CC31263ED8A4}">
      <dgm:prSet/>
      <dgm:spPr/>
      <dgm:t>
        <a:bodyPr/>
        <a:lstStyle/>
        <a:p>
          <a:endParaRPr lang="en-US"/>
        </a:p>
      </dgm:t>
    </dgm:pt>
    <dgm:pt modelId="{1958165A-C76E-4A6F-8C7C-FE4D2FA27739}" type="sibTrans" cxnId="{648AE339-C4C7-4C7A-BCF3-CC31263ED8A4}">
      <dgm:prSet/>
      <dgm:spPr/>
      <dgm:t>
        <a:bodyPr/>
        <a:lstStyle/>
        <a:p>
          <a:endParaRPr lang="en-US"/>
        </a:p>
      </dgm:t>
    </dgm:pt>
    <dgm:pt modelId="{0B6B56B3-78C4-489A-9143-8ACC47A58D6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Scrum Master (Ron):</a:t>
          </a:r>
          <a:r>
            <a:rPr lang="en-US" b="0" i="0" baseline="0"/>
            <a:t> Led Scrum events and removed obstacles </a:t>
          </a:r>
          <a:endParaRPr lang="en-US"/>
        </a:p>
      </dgm:t>
    </dgm:pt>
    <dgm:pt modelId="{791E86FF-CD79-4821-BB6B-728F878373C8}" type="parTrans" cxnId="{2A9D0645-A039-40D6-BF1D-BF458AC0AD56}">
      <dgm:prSet/>
      <dgm:spPr/>
      <dgm:t>
        <a:bodyPr/>
        <a:lstStyle/>
        <a:p>
          <a:endParaRPr lang="en-US"/>
        </a:p>
      </dgm:t>
    </dgm:pt>
    <dgm:pt modelId="{3EFCC8DD-BC6A-469E-B5CF-1A4982072226}" type="sibTrans" cxnId="{2A9D0645-A039-40D6-BF1D-BF458AC0AD56}">
      <dgm:prSet/>
      <dgm:spPr/>
      <dgm:t>
        <a:bodyPr/>
        <a:lstStyle/>
        <a:p>
          <a:endParaRPr lang="en-US"/>
        </a:p>
      </dgm:t>
    </dgm:pt>
    <dgm:pt modelId="{75DFAD72-45FE-4058-B3D1-6F0ABEF3AFC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 dirty="0"/>
            <a:t>Developer (Nicky):</a:t>
          </a:r>
          <a:r>
            <a:rPr lang="en-US" b="0" i="0" baseline="0" dirty="0"/>
            <a:t> </a:t>
          </a:r>
          <a:r>
            <a:rPr lang="en-US" dirty="0"/>
            <a:t>Built and implemented the system following Agile development practices</a:t>
          </a:r>
        </a:p>
      </dgm:t>
    </dgm:pt>
    <dgm:pt modelId="{82DAAC5E-92F6-485D-9743-791AF97F095D}" type="parTrans" cxnId="{B5ED5665-2DAA-4F1D-9C2F-2582FEDC6D5A}">
      <dgm:prSet/>
      <dgm:spPr/>
      <dgm:t>
        <a:bodyPr/>
        <a:lstStyle/>
        <a:p>
          <a:endParaRPr lang="en-US"/>
        </a:p>
      </dgm:t>
    </dgm:pt>
    <dgm:pt modelId="{F9D3FDF8-E39E-457E-AA81-69714CCAE1EC}" type="sibTrans" cxnId="{B5ED5665-2DAA-4F1D-9C2F-2582FEDC6D5A}">
      <dgm:prSet/>
      <dgm:spPr/>
      <dgm:t>
        <a:bodyPr/>
        <a:lstStyle/>
        <a:p>
          <a:endParaRPr lang="en-US"/>
        </a:p>
      </dgm:t>
    </dgm:pt>
    <dgm:pt modelId="{740B52DF-FD82-4228-B5AD-11EDD31192B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Tester (Brian):</a:t>
          </a:r>
          <a:r>
            <a:rPr lang="en-US" b="0" i="0" baseline="0"/>
            <a:t> Created test cases and ensured quality </a:t>
          </a:r>
          <a:endParaRPr lang="en-US"/>
        </a:p>
      </dgm:t>
    </dgm:pt>
    <dgm:pt modelId="{5F7A77A4-15C4-46D5-A73A-B5DAC336A3A3}" type="parTrans" cxnId="{439B111C-1581-4D51-BE2E-6412799DC242}">
      <dgm:prSet/>
      <dgm:spPr/>
      <dgm:t>
        <a:bodyPr/>
        <a:lstStyle/>
        <a:p>
          <a:endParaRPr lang="en-US"/>
        </a:p>
      </dgm:t>
    </dgm:pt>
    <dgm:pt modelId="{C2E8C98A-18C3-486C-A2FF-4801B1FBBA13}" type="sibTrans" cxnId="{439B111C-1581-4D51-BE2E-6412799DC242}">
      <dgm:prSet/>
      <dgm:spPr/>
      <dgm:t>
        <a:bodyPr/>
        <a:lstStyle/>
        <a:p>
          <a:endParaRPr lang="en-US"/>
        </a:p>
      </dgm:t>
    </dgm:pt>
    <dgm:pt modelId="{A5351A06-1776-4C5E-AF3A-64978BA61A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i="0" baseline="0"/>
            <a:t>Client (Amanda):</a:t>
          </a:r>
          <a:r>
            <a:rPr lang="en-US" b="0" i="0" baseline="0"/>
            <a:t> Provided requirements and feedback </a:t>
          </a:r>
          <a:endParaRPr lang="en-US"/>
        </a:p>
      </dgm:t>
    </dgm:pt>
    <dgm:pt modelId="{A866A488-94E2-4A9D-91AC-79EEE9416267}" type="parTrans" cxnId="{DB527BDB-0F65-43E1-91BD-AFCBAFA0EF12}">
      <dgm:prSet/>
      <dgm:spPr/>
      <dgm:t>
        <a:bodyPr/>
        <a:lstStyle/>
        <a:p>
          <a:endParaRPr lang="en-US"/>
        </a:p>
      </dgm:t>
    </dgm:pt>
    <dgm:pt modelId="{3842CCE5-5501-4D5D-BD90-4269C02E79E2}" type="sibTrans" cxnId="{DB527BDB-0F65-43E1-91BD-AFCBAFA0EF12}">
      <dgm:prSet/>
      <dgm:spPr/>
      <dgm:t>
        <a:bodyPr/>
        <a:lstStyle/>
        <a:p>
          <a:endParaRPr lang="en-US"/>
        </a:p>
      </dgm:t>
    </dgm:pt>
    <dgm:pt modelId="{EC073D75-1274-4ECC-A6BB-1FB5985F8415}" type="pres">
      <dgm:prSet presAssocID="{29912027-34DA-4B8D-AAB0-686E3A162C78}" presName="root" presStyleCnt="0">
        <dgm:presLayoutVars>
          <dgm:dir/>
          <dgm:resizeHandles val="exact"/>
        </dgm:presLayoutVars>
      </dgm:prSet>
      <dgm:spPr/>
    </dgm:pt>
    <dgm:pt modelId="{1849B807-F672-4B1C-A6C1-193E32C8929C}" type="pres">
      <dgm:prSet presAssocID="{F80C747D-B720-49AB-90D7-B35FA786EF4D}" presName="compNode" presStyleCnt="0"/>
      <dgm:spPr/>
    </dgm:pt>
    <dgm:pt modelId="{0FA7FAF0-EEBC-4135-B897-945875894004}" type="pres">
      <dgm:prSet presAssocID="{F80C747D-B720-49AB-90D7-B35FA786EF4D}" presName="iconBgRect" presStyleLbl="bgShp" presStyleIdx="0" presStyleCnt="5"/>
      <dgm:spPr/>
    </dgm:pt>
    <dgm:pt modelId="{6FBBD6A0-BE72-4D03-AB47-A2FD2689E6DA}" type="pres">
      <dgm:prSet presAssocID="{F80C747D-B720-49AB-90D7-B35FA786EF4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91A1FC1-3DB7-4EA7-9C5A-68E586428AAC}" type="pres">
      <dgm:prSet presAssocID="{F80C747D-B720-49AB-90D7-B35FA786EF4D}" presName="spaceRect" presStyleCnt="0"/>
      <dgm:spPr/>
    </dgm:pt>
    <dgm:pt modelId="{8EEB23D1-C2B2-4631-B166-EA126EEEC068}" type="pres">
      <dgm:prSet presAssocID="{F80C747D-B720-49AB-90D7-B35FA786EF4D}" presName="textRect" presStyleLbl="revTx" presStyleIdx="0" presStyleCnt="5">
        <dgm:presLayoutVars>
          <dgm:chMax val="1"/>
          <dgm:chPref val="1"/>
        </dgm:presLayoutVars>
      </dgm:prSet>
      <dgm:spPr/>
    </dgm:pt>
    <dgm:pt modelId="{1F624D3D-CA64-4EBB-899D-8DDD7C2561C0}" type="pres">
      <dgm:prSet presAssocID="{1958165A-C76E-4A6F-8C7C-FE4D2FA27739}" presName="sibTrans" presStyleCnt="0"/>
      <dgm:spPr/>
    </dgm:pt>
    <dgm:pt modelId="{2553D634-D962-49E9-81EE-FD5473D2ECF4}" type="pres">
      <dgm:prSet presAssocID="{0B6B56B3-78C4-489A-9143-8ACC47A58D6A}" presName="compNode" presStyleCnt="0"/>
      <dgm:spPr/>
    </dgm:pt>
    <dgm:pt modelId="{2D1148D6-2A0D-40FA-A4A9-5C51395C246D}" type="pres">
      <dgm:prSet presAssocID="{0B6B56B3-78C4-489A-9143-8ACC47A58D6A}" presName="iconBgRect" presStyleLbl="bgShp" presStyleIdx="1" presStyleCnt="5"/>
      <dgm:spPr/>
    </dgm:pt>
    <dgm:pt modelId="{FD659D75-263A-4D45-AF55-3F697B434A62}" type="pres">
      <dgm:prSet presAssocID="{0B6B56B3-78C4-489A-9143-8ACC47A58D6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FCE98FED-A9EF-4059-889D-21F7A474F2BB}" type="pres">
      <dgm:prSet presAssocID="{0B6B56B3-78C4-489A-9143-8ACC47A58D6A}" presName="spaceRect" presStyleCnt="0"/>
      <dgm:spPr/>
    </dgm:pt>
    <dgm:pt modelId="{F085BA86-9FEB-40AB-B9F0-3677ABCC831B}" type="pres">
      <dgm:prSet presAssocID="{0B6B56B3-78C4-489A-9143-8ACC47A58D6A}" presName="textRect" presStyleLbl="revTx" presStyleIdx="1" presStyleCnt="5">
        <dgm:presLayoutVars>
          <dgm:chMax val="1"/>
          <dgm:chPref val="1"/>
        </dgm:presLayoutVars>
      </dgm:prSet>
      <dgm:spPr/>
    </dgm:pt>
    <dgm:pt modelId="{572F0B92-EABB-4D95-A65D-3C50D881AF7E}" type="pres">
      <dgm:prSet presAssocID="{3EFCC8DD-BC6A-469E-B5CF-1A4982072226}" presName="sibTrans" presStyleCnt="0"/>
      <dgm:spPr/>
    </dgm:pt>
    <dgm:pt modelId="{7248DBFB-D0E3-4067-ACAE-C27A0A40A466}" type="pres">
      <dgm:prSet presAssocID="{75DFAD72-45FE-4058-B3D1-6F0ABEF3AFCB}" presName="compNode" presStyleCnt="0"/>
      <dgm:spPr/>
    </dgm:pt>
    <dgm:pt modelId="{CD1F9BD2-D150-4CE9-BBCB-E6E745C064FB}" type="pres">
      <dgm:prSet presAssocID="{75DFAD72-45FE-4058-B3D1-6F0ABEF3AFCB}" presName="iconBgRect" presStyleLbl="bgShp" presStyleIdx="2" presStyleCnt="5"/>
      <dgm:spPr/>
    </dgm:pt>
    <dgm:pt modelId="{91163520-7B04-4198-A0C0-60E77B2CE8B4}" type="pres">
      <dgm:prSet presAssocID="{75DFAD72-45FE-4058-B3D1-6F0ABEF3AFC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A54E38E-1DC3-4A7C-88C6-6F14456791B6}" type="pres">
      <dgm:prSet presAssocID="{75DFAD72-45FE-4058-B3D1-6F0ABEF3AFCB}" presName="spaceRect" presStyleCnt="0"/>
      <dgm:spPr/>
    </dgm:pt>
    <dgm:pt modelId="{8F083A67-E45B-4859-A693-4CD270094A08}" type="pres">
      <dgm:prSet presAssocID="{75DFAD72-45FE-4058-B3D1-6F0ABEF3AFCB}" presName="textRect" presStyleLbl="revTx" presStyleIdx="2" presStyleCnt="5">
        <dgm:presLayoutVars>
          <dgm:chMax val="1"/>
          <dgm:chPref val="1"/>
        </dgm:presLayoutVars>
      </dgm:prSet>
      <dgm:spPr/>
    </dgm:pt>
    <dgm:pt modelId="{96D90BFF-3BC3-4399-9708-77FA236C553F}" type="pres">
      <dgm:prSet presAssocID="{F9D3FDF8-E39E-457E-AA81-69714CCAE1EC}" presName="sibTrans" presStyleCnt="0"/>
      <dgm:spPr/>
    </dgm:pt>
    <dgm:pt modelId="{DA7DFA8E-88A9-417E-99D3-93528F407FDF}" type="pres">
      <dgm:prSet presAssocID="{740B52DF-FD82-4228-B5AD-11EDD31192BA}" presName="compNode" presStyleCnt="0"/>
      <dgm:spPr/>
    </dgm:pt>
    <dgm:pt modelId="{5498AA95-B59B-4591-814E-890F0707D84E}" type="pres">
      <dgm:prSet presAssocID="{740B52DF-FD82-4228-B5AD-11EDD31192BA}" presName="iconBgRect" presStyleLbl="bgShp" presStyleIdx="3" presStyleCnt="5"/>
      <dgm:spPr/>
    </dgm:pt>
    <dgm:pt modelId="{6F07AA2B-E134-4194-849E-0C708B7EA218}" type="pres">
      <dgm:prSet presAssocID="{740B52DF-FD82-4228-B5AD-11EDD31192B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6657183B-7FBB-4D5A-AF2B-30D13121AD5D}" type="pres">
      <dgm:prSet presAssocID="{740B52DF-FD82-4228-B5AD-11EDD31192BA}" presName="spaceRect" presStyleCnt="0"/>
      <dgm:spPr/>
    </dgm:pt>
    <dgm:pt modelId="{C0A0DC52-9A9B-4932-A8B8-0D42D03FF162}" type="pres">
      <dgm:prSet presAssocID="{740B52DF-FD82-4228-B5AD-11EDD31192BA}" presName="textRect" presStyleLbl="revTx" presStyleIdx="3" presStyleCnt="5">
        <dgm:presLayoutVars>
          <dgm:chMax val="1"/>
          <dgm:chPref val="1"/>
        </dgm:presLayoutVars>
      </dgm:prSet>
      <dgm:spPr/>
    </dgm:pt>
    <dgm:pt modelId="{6D0A41D1-D34D-4EBF-A918-318C2394B9F6}" type="pres">
      <dgm:prSet presAssocID="{C2E8C98A-18C3-486C-A2FF-4801B1FBBA13}" presName="sibTrans" presStyleCnt="0"/>
      <dgm:spPr/>
    </dgm:pt>
    <dgm:pt modelId="{AB8E61AC-81EE-4744-ABDA-9F74B7BD8D63}" type="pres">
      <dgm:prSet presAssocID="{A5351A06-1776-4C5E-AF3A-64978BA61A0A}" presName="compNode" presStyleCnt="0"/>
      <dgm:spPr/>
    </dgm:pt>
    <dgm:pt modelId="{7B30D600-1F5C-4576-B9E0-60D6330D9F04}" type="pres">
      <dgm:prSet presAssocID="{A5351A06-1776-4C5E-AF3A-64978BA61A0A}" presName="iconBgRect" presStyleLbl="bgShp" presStyleIdx="4" presStyleCnt="5"/>
      <dgm:spPr/>
    </dgm:pt>
    <dgm:pt modelId="{EDA62488-0687-41C9-8715-4FC00B3269E2}" type="pres">
      <dgm:prSet presAssocID="{A5351A06-1776-4C5E-AF3A-64978BA61A0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4F6C5C8A-7BA6-4B10-B619-D785458462E5}" type="pres">
      <dgm:prSet presAssocID="{A5351A06-1776-4C5E-AF3A-64978BA61A0A}" presName="spaceRect" presStyleCnt="0"/>
      <dgm:spPr/>
    </dgm:pt>
    <dgm:pt modelId="{A15B10CD-DD57-4CCC-8684-579FFB39331D}" type="pres">
      <dgm:prSet presAssocID="{A5351A06-1776-4C5E-AF3A-64978BA61A0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AF5C409-86FF-4376-B1D9-A2CDFDE792BD}" type="presOf" srcId="{29912027-34DA-4B8D-AAB0-686E3A162C78}" destId="{EC073D75-1274-4ECC-A6BB-1FB5985F8415}" srcOrd="0" destOrd="0" presId="urn:microsoft.com/office/officeart/2018/5/layout/IconCircleLabelList"/>
    <dgm:cxn modelId="{439B111C-1581-4D51-BE2E-6412799DC242}" srcId="{29912027-34DA-4B8D-AAB0-686E3A162C78}" destId="{740B52DF-FD82-4228-B5AD-11EDD31192BA}" srcOrd="3" destOrd="0" parTransId="{5F7A77A4-15C4-46D5-A73A-B5DAC336A3A3}" sibTransId="{C2E8C98A-18C3-486C-A2FF-4801B1FBBA13}"/>
    <dgm:cxn modelId="{5F5D172D-94CB-4A66-866C-7A6260ABE586}" type="presOf" srcId="{F80C747D-B720-49AB-90D7-B35FA786EF4D}" destId="{8EEB23D1-C2B2-4631-B166-EA126EEEC068}" srcOrd="0" destOrd="0" presId="urn:microsoft.com/office/officeart/2018/5/layout/IconCircleLabelList"/>
    <dgm:cxn modelId="{648AE339-C4C7-4C7A-BCF3-CC31263ED8A4}" srcId="{29912027-34DA-4B8D-AAB0-686E3A162C78}" destId="{F80C747D-B720-49AB-90D7-B35FA786EF4D}" srcOrd="0" destOrd="0" parTransId="{7ABF0061-3185-45BE-A69A-FE3D82761C45}" sibTransId="{1958165A-C76E-4A6F-8C7C-FE4D2FA27739}"/>
    <dgm:cxn modelId="{695A2B61-762B-4E72-B45F-4E0B9E78C068}" type="presOf" srcId="{0B6B56B3-78C4-489A-9143-8ACC47A58D6A}" destId="{F085BA86-9FEB-40AB-B9F0-3677ABCC831B}" srcOrd="0" destOrd="0" presId="urn:microsoft.com/office/officeart/2018/5/layout/IconCircleLabelList"/>
    <dgm:cxn modelId="{C5463B41-EC11-4F77-8114-B9CA4813B44B}" type="presOf" srcId="{75DFAD72-45FE-4058-B3D1-6F0ABEF3AFCB}" destId="{8F083A67-E45B-4859-A693-4CD270094A08}" srcOrd="0" destOrd="0" presId="urn:microsoft.com/office/officeart/2018/5/layout/IconCircleLabelList"/>
    <dgm:cxn modelId="{2A9D0645-A039-40D6-BF1D-BF458AC0AD56}" srcId="{29912027-34DA-4B8D-AAB0-686E3A162C78}" destId="{0B6B56B3-78C4-489A-9143-8ACC47A58D6A}" srcOrd="1" destOrd="0" parTransId="{791E86FF-CD79-4821-BB6B-728F878373C8}" sibTransId="{3EFCC8DD-BC6A-469E-B5CF-1A4982072226}"/>
    <dgm:cxn modelId="{B5ED5665-2DAA-4F1D-9C2F-2582FEDC6D5A}" srcId="{29912027-34DA-4B8D-AAB0-686E3A162C78}" destId="{75DFAD72-45FE-4058-B3D1-6F0ABEF3AFCB}" srcOrd="2" destOrd="0" parTransId="{82DAAC5E-92F6-485D-9743-791AF97F095D}" sibTransId="{F9D3FDF8-E39E-457E-AA81-69714CCAE1EC}"/>
    <dgm:cxn modelId="{0AF8D458-2C3E-4938-9401-67A6C13393A4}" type="presOf" srcId="{A5351A06-1776-4C5E-AF3A-64978BA61A0A}" destId="{A15B10CD-DD57-4CCC-8684-579FFB39331D}" srcOrd="0" destOrd="0" presId="urn:microsoft.com/office/officeart/2018/5/layout/IconCircleLabelList"/>
    <dgm:cxn modelId="{3232BE9C-D728-4F15-8B2B-88959EACB744}" type="presOf" srcId="{740B52DF-FD82-4228-B5AD-11EDD31192BA}" destId="{C0A0DC52-9A9B-4932-A8B8-0D42D03FF162}" srcOrd="0" destOrd="0" presId="urn:microsoft.com/office/officeart/2018/5/layout/IconCircleLabelList"/>
    <dgm:cxn modelId="{DB527BDB-0F65-43E1-91BD-AFCBAFA0EF12}" srcId="{29912027-34DA-4B8D-AAB0-686E3A162C78}" destId="{A5351A06-1776-4C5E-AF3A-64978BA61A0A}" srcOrd="4" destOrd="0" parTransId="{A866A488-94E2-4A9D-91AC-79EEE9416267}" sibTransId="{3842CCE5-5501-4D5D-BD90-4269C02E79E2}"/>
    <dgm:cxn modelId="{1CA334B6-74E2-40F9-B316-A9A0C48C21AB}" type="presParOf" srcId="{EC073D75-1274-4ECC-A6BB-1FB5985F8415}" destId="{1849B807-F672-4B1C-A6C1-193E32C8929C}" srcOrd="0" destOrd="0" presId="urn:microsoft.com/office/officeart/2018/5/layout/IconCircleLabelList"/>
    <dgm:cxn modelId="{35A89DE5-8F4C-4FA4-AE25-181DCF026567}" type="presParOf" srcId="{1849B807-F672-4B1C-A6C1-193E32C8929C}" destId="{0FA7FAF0-EEBC-4135-B897-945875894004}" srcOrd="0" destOrd="0" presId="urn:microsoft.com/office/officeart/2018/5/layout/IconCircleLabelList"/>
    <dgm:cxn modelId="{1DC3910A-A1D8-445A-8708-6DDFBF5E9969}" type="presParOf" srcId="{1849B807-F672-4B1C-A6C1-193E32C8929C}" destId="{6FBBD6A0-BE72-4D03-AB47-A2FD2689E6DA}" srcOrd="1" destOrd="0" presId="urn:microsoft.com/office/officeart/2018/5/layout/IconCircleLabelList"/>
    <dgm:cxn modelId="{56A696E1-4B23-4E2A-9B81-3520F0397EAD}" type="presParOf" srcId="{1849B807-F672-4B1C-A6C1-193E32C8929C}" destId="{D91A1FC1-3DB7-4EA7-9C5A-68E586428AAC}" srcOrd="2" destOrd="0" presId="urn:microsoft.com/office/officeart/2018/5/layout/IconCircleLabelList"/>
    <dgm:cxn modelId="{F87FA855-A53A-44B0-90BC-5D936089B0A1}" type="presParOf" srcId="{1849B807-F672-4B1C-A6C1-193E32C8929C}" destId="{8EEB23D1-C2B2-4631-B166-EA126EEEC068}" srcOrd="3" destOrd="0" presId="urn:microsoft.com/office/officeart/2018/5/layout/IconCircleLabelList"/>
    <dgm:cxn modelId="{68047C55-2B87-4C9E-A54C-D8D632BD3C44}" type="presParOf" srcId="{EC073D75-1274-4ECC-A6BB-1FB5985F8415}" destId="{1F624D3D-CA64-4EBB-899D-8DDD7C2561C0}" srcOrd="1" destOrd="0" presId="urn:microsoft.com/office/officeart/2018/5/layout/IconCircleLabelList"/>
    <dgm:cxn modelId="{B45E46B4-1C7B-499F-B7F6-CB8E13F917EA}" type="presParOf" srcId="{EC073D75-1274-4ECC-A6BB-1FB5985F8415}" destId="{2553D634-D962-49E9-81EE-FD5473D2ECF4}" srcOrd="2" destOrd="0" presId="urn:microsoft.com/office/officeart/2018/5/layout/IconCircleLabelList"/>
    <dgm:cxn modelId="{0DB36F35-52FE-47A1-9312-D6BBAFCF664B}" type="presParOf" srcId="{2553D634-D962-49E9-81EE-FD5473D2ECF4}" destId="{2D1148D6-2A0D-40FA-A4A9-5C51395C246D}" srcOrd="0" destOrd="0" presId="urn:microsoft.com/office/officeart/2018/5/layout/IconCircleLabelList"/>
    <dgm:cxn modelId="{053A5AB2-4ACC-41F7-920F-B668CAFF1C03}" type="presParOf" srcId="{2553D634-D962-49E9-81EE-FD5473D2ECF4}" destId="{FD659D75-263A-4D45-AF55-3F697B434A62}" srcOrd="1" destOrd="0" presId="urn:microsoft.com/office/officeart/2018/5/layout/IconCircleLabelList"/>
    <dgm:cxn modelId="{90565005-FF5F-41FC-A023-95A206E31FAC}" type="presParOf" srcId="{2553D634-D962-49E9-81EE-FD5473D2ECF4}" destId="{FCE98FED-A9EF-4059-889D-21F7A474F2BB}" srcOrd="2" destOrd="0" presId="urn:microsoft.com/office/officeart/2018/5/layout/IconCircleLabelList"/>
    <dgm:cxn modelId="{3D3A51B4-ED39-47A2-A19C-CEE577176F92}" type="presParOf" srcId="{2553D634-D962-49E9-81EE-FD5473D2ECF4}" destId="{F085BA86-9FEB-40AB-B9F0-3677ABCC831B}" srcOrd="3" destOrd="0" presId="urn:microsoft.com/office/officeart/2018/5/layout/IconCircleLabelList"/>
    <dgm:cxn modelId="{F1549155-F338-4D2C-8218-066F4A28C0CD}" type="presParOf" srcId="{EC073D75-1274-4ECC-A6BB-1FB5985F8415}" destId="{572F0B92-EABB-4D95-A65D-3C50D881AF7E}" srcOrd="3" destOrd="0" presId="urn:microsoft.com/office/officeart/2018/5/layout/IconCircleLabelList"/>
    <dgm:cxn modelId="{5464E999-F715-4679-ACEB-A7E90B37B135}" type="presParOf" srcId="{EC073D75-1274-4ECC-A6BB-1FB5985F8415}" destId="{7248DBFB-D0E3-4067-ACAE-C27A0A40A466}" srcOrd="4" destOrd="0" presId="urn:microsoft.com/office/officeart/2018/5/layout/IconCircleLabelList"/>
    <dgm:cxn modelId="{0651B7A6-18C7-4B82-9577-624B3145F09B}" type="presParOf" srcId="{7248DBFB-D0E3-4067-ACAE-C27A0A40A466}" destId="{CD1F9BD2-D150-4CE9-BBCB-E6E745C064FB}" srcOrd="0" destOrd="0" presId="urn:microsoft.com/office/officeart/2018/5/layout/IconCircleLabelList"/>
    <dgm:cxn modelId="{908CC1AC-4371-4F5D-A22B-59E34FF1F315}" type="presParOf" srcId="{7248DBFB-D0E3-4067-ACAE-C27A0A40A466}" destId="{91163520-7B04-4198-A0C0-60E77B2CE8B4}" srcOrd="1" destOrd="0" presId="urn:microsoft.com/office/officeart/2018/5/layout/IconCircleLabelList"/>
    <dgm:cxn modelId="{F4DF2AA6-31A9-411F-AB1B-27848846CB22}" type="presParOf" srcId="{7248DBFB-D0E3-4067-ACAE-C27A0A40A466}" destId="{6A54E38E-1DC3-4A7C-88C6-6F14456791B6}" srcOrd="2" destOrd="0" presId="urn:microsoft.com/office/officeart/2018/5/layout/IconCircleLabelList"/>
    <dgm:cxn modelId="{4BC44996-77F6-4929-AC5F-90DBA6605877}" type="presParOf" srcId="{7248DBFB-D0E3-4067-ACAE-C27A0A40A466}" destId="{8F083A67-E45B-4859-A693-4CD270094A08}" srcOrd="3" destOrd="0" presId="urn:microsoft.com/office/officeart/2018/5/layout/IconCircleLabelList"/>
    <dgm:cxn modelId="{F2D9C11D-E3F8-4E13-8260-7D9D9AFE8553}" type="presParOf" srcId="{EC073D75-1274-4ECC-A6BB-1FB5985F8415}" destId="{96D90BFF-3BC3-4399-9708-77FA236C553F}" srcOrd="5" destOrd="0" presId="urn:microsoft.com/office/officeart/2018/5/layout/IconCircleLabelList"/>
    <dgm:cxn modelId="{79E8E4D5-F131-4965-8720-4AC570DAEED1}" type="presParOf" srcId="{EC073D75-1274-4ECC-A6BB-1FB5985F8415}" destId="{DA7DFA8E-88A9-417E-99D3-93528F407FDF}" srcOrd="6" destOrd="0" presId="urn:microsoft.com/office/officeart/2018/5/layout/IconCircleLabelList"/>
    <dgm:cxn modelId="{82CA6DAB-F6B8-43EF-8E2E-AE2F0EA19DA5}" type="presParOf" srcId="{DA7DFA8E-88A9-417E-99D3-93528F407FDF}" destId="{5498AA95-B59B-4591-814E-890F0707D84E}" srcOrd="0" destOrd="0" presId="urn:microsoft.com/office/officeart/2018/5/layout/IconCircleLabelList"/>
    <dgm:cxn modelId="{651C77D1-54AD-4056-A1AA-0A766630A540}" type="presParOf" srcId="{DA7DFA8E-88A9-417E-99D3-93528F407FDF}" destId="{6F07AA2B-E134-4194-849E-0C708B7EA218}" srcOrd="1" destOrd="0" presId="urn:microsoft.com/office/officeart/2018/5/layout/IconCircleLabelList"/>
    <dgm:cxn modelId="{644A6235-632D-49EE-9F34-C81E2B1AB99F}" type="presParOf" srcId="{DA7DFA8E-88A9-417E-99D3-93528F407FDF}" destId="{6657183B-7FBB-4D5A-AF2B-30D13121AD5D}" srcOrd="2" destOrd="0" presId="urn:microsoft.com/office/officeart/2018/5/layout/IconCircleLabelList"/>
    <dgm:cxn modelId="{9548AF6F-47F9-478B-A2DA-94C8C44C300D}" type="presParOf" srcId="{DA7DFA8E-88A9-417E-99D3-93528F407FDF}" destId="{C0A0DC52-9A9B-4932-A8B8-0D42D03FF162}" srcOrd="3" destOrd="0" presId="urn:microsoft.com/office/officeart/2018/5/layout/IconCircleLabelList"/>
    <dgm:cxn modelId="{B6834693-6838-41C7-A5B0-5EE9160B7174}" type="presParOf" srcId="{EC073D75-1274-4ECC-A6BB-1FB5985F8415}" destId="{6D0A41D1-D34D-4EBF-A918-318C2394B9F6}" srcOrd="7" destOrd="0" presId="urn:microsoft.com/office/officeart/2018/5/layout/IconCircleLabelList"/>
    <dgm:cxn modelId="{2AE8CF73-69D8-4CA6-9882-FDF9FACF3ECA}" type="presParOf" srcId="{EC073D75-1274-4ECC-A6BB-1FB5985F8415}" destId="{AB8E61AC-81EE-4744-ABDA-9F74B7BD8D63}" srcOrd="8" destOrd="0" presId="urn:microsoft.com/office/officeart/2018/5/layout/IconCircleLabelList"/>
    <dgm:cxn modelId="{89E1A14B-C8BE-4FCD-9339-B2B6275831AB}" type="presParOf" srcId="{AB8E61AC-81EE-4744-ABDA-9F74B7BD8D63}" destId="{7B30D600-1F5C-4576-B9E0-60D6330D9F04}" srcOrd="0" destOrd="0" presId="urn:microsoft.com/office/officeart/2018/5/layout/IconCircleLabelList"/>
    <dgm:cxn modelId="{2686FF42-B624-4B45-93E7-2082564D8E3E}" type="presParOf" srcId="{AB8E61AC-81EE-4744-ABDA-9F74B7BD8D63}" destId="{EDA62488-0687-41C9-8715-4FC00B3269E2}" srcOrd="1" destOrd="0" presId="urn:microsoft.com/office/officeart/2018/5/layout/IconCircleLabelList"/>
    <dgm:cxn modelId="{E9DE672C-A17D-48B5-B50F-6E37C830FE63}" type="presParOf" srcId="{AB8E61AC-81EE-4744-ABDA-9F74B7BD8D63}" destId="{4F6C5C8A-7BA6-4B10-B619-D785458462E5}" srcOrd="2" destOrd="0" presId="urn:microsoft.com/office/officeart/2018/5/layout/IconCircleLabelList"/>
    <dgm:cxn modelId="{E778C372-8BDA-4500-8C68-92712C4A7801}" type="presParOf" srcId="{AB8E61AC-81EE-4744-ABDA-9F74B7BD8D63}" destId="{A15B10CD-DD57-4CCC-8684-579FFB3933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E376E6-ED2F-47FD-BA11-2EBE5F03330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6DF7BD-2005-4439-8C9C-85C7EFC73998}">
      <dgm:prSet/>
      <dgm:spPr/>
      <dgm:t>
        <a:bodyPr/>
        <a:lstStyle/>
        <a:p>
          <a:r>
            <a:rPr lang="en-US" b="0" i="0" baseline="0"/>
            <a:t>Planning (Sprint Planning &amp; Backlog) </a:t>
          </a:r>
          <a:endParaRPr lang="en-US"/>
        </a:p>
      </dgm:t>
    </dgm:pt>
    <dgm:pt modelId="{67DD5795-A3BA-4E95-B0B5-B47226F184C7}" type="parTrans" cxnId="{D5BBF85F-7DDB-4E7C-889D-8317B239BA83}">
      <dgm:prSet/>
      <dgm:spPr/>
      <dgm:t>
        <a:bodyPr/>
        <a:lstStyle/>
        <a:p>
          <a:endParaRPr lang="en-US"/>
        </a:p>
      </dgm:t>
    </dgm:pt>
    <dgm:pt modelId="{87264E18-B95B-4108-9B74-993B6870E3FF}" type="sibTrans" cxnId="{D5BBF85F-7DDB-4E7C-889D-8317B239BA83}">
      <dgm:prSet/>
      <dgm:spPr/>
      <dgm:t>
        <a:bodyPr/>
        <a:lstStyle/>
        <a:p>
          <a:endParaRPr lang="en-US"/>
        </a:p>
      </dgm:t>
    </dgm:pt>
    <dgm:pt modelId="{D563E73A-220D-41AB-BB0F-0C61D104F06A}">
      <dgm:prSet/>
      <dgm:spPr/>
      <dgm:t>
        <a:bodyPr/>
        <a:lstStyle/>
        <a:p>
          <a:r>
            <a:rPr lang="en-US" b="0" i="0" baseline="0"/>
            <a:t>Development (Coding features) </a:t>
          </a:r>
          <a:endParaRPr lang="en-US"/>
        </a:p>
      </dgm:t>
    </dgm:pt>
    <dgm:pt modelId="{3E26AEF5-E383-49EA-A92D-4D339F721D50}" type="parTrans" cxnId="{0E1E0FD4-E5EA-4555-A4FA-AA8DE57A0643}">
      <dgm:prSet/>
      <dgm:spPr/>
      <dgm:t>
        <a:bodyPr/>
        <a:lstStyle/>
        <a:p>
          <a:endParaRPr lang="en-US"/>
        </a:p>
      </dgm:t>
    </dgm:pt>
    <dgm:pt modelId="{AE71B563-BC99-44A8-AFAB-6FD69ABEB913}" type="sibTrans" cxnId="{0E1E0FD4-E5EA-4555-A4FA-AA8DE57A0643}">
      <dgm:prSet/>
      <dgm:spPr/>
      <dgm:t>
        <a:bodyPr/>
        <a:lstStyle/>
        <a:p>
          <a:endParaRPr lang="en-US"/>
        </a:p>
      </dgm:t>
    </dgm:pt>
    <dgm:pt modelId="{29F38487-400A-4979-9381-F7A597EEB7A5}">
      <dgm:prSet/>
      <dgm:spPr/>
      <dgm:t>
        <a:bodyPr/>
        <a:lstStyle/>
        <a:p>
          <a:r>
            <a:rPr lang="en-US" b="0" i="0" baseline="0"/>
            <a:t>Testing (Verifying functionality) </a:t>
          </a:r>
          <a:endParaRPr lang="en-US"/>
        </a:p>
      </dgm:t>
    </dgm:pt>
    <dgm:pt modelId="{77803FE4-8EDB-4A9C-BE78-1ABE736EDA7F}" type="parTrans" cxnId="{BE7026E2-4752-4BB0-8070-80E00B106636}">
      <dgm:prSet/>
      <dgm:spPr/>
      <dgm:t>
        <a:bodyPr/>
        <a:lstStyle/>
        <a:p>
          <a:endParaRPr lang="en-US"/>
        </a:p>
      </dgm:t>
    </dgm:pt>
    <dgm:pt modelId="{E9CFF0AF-ABCB-4DD8-8F23-00D38FEFA702}" type="sibTrans" cxnId="{BE7026E2-4752-4BB0-8070-80E00B106636}">
      <dgm:prSet/>
      <dgm:spPr/>
      <dgm:t>
        <a:bodyPr/>
        <a:lstStyle/>
        <a:p>
          <a:endParaRPr lang="en-US"/>
        </a:p>
      </dgm:t>
    </dgm:pt>
    <dgm:pt modelId="{CEA9F299-4B72-4150-8E4E-ACB25DEC48E6}">
      <dgm:prSet/>
      <dgm:spPr/>
      <dgm:t>
        <a:bodyPr/>
        <a:lstStyle/>
        <a:p>
          <a:r>
            <a:rPr lang="en-US" b="0" i="0" baseline="0"/>
            <a:t>Review (Sprint Review with client) </a:t>
          </a:r>
          <a:endParaRPr lang="en-US"/>
        </a:p>
      </dgm:t>
    </dgm:pt>
    <dgm:pt modelId="{84033579-D412-44A6-9696-9B07E14A1FB3}" type="parTrans" cxnId="{B3E1DE22-79C0-4576-8CBC-2FF857916C2E}">
      <dgm:prSet/>
      <dgm:spPr/>
      <dgm:t>
        <a:bodyPr/>
        <a:lstStyle/>
        <a:p>
          <a:endParaRPr lang="en-US"/>
        </a:p>
      </dgm:t>
    </dgm:pt>
    <dgm:pt modelId="{1DA2E7DE-EF57-4A4C-B0AE-699F44459E4B}" type="sibTrans" cxnId="{B3E1DE22-79C0-4576-8CBC-2FF857916C2E}">
      <dgm:prSet/>
      <dgm:spPr/>
      <dgm:t>
        <a:bodyPr/>
        <a:lstStyle/>
        <a:p>
          <a:endParaRPr lang="en-US"/>
        </a:p>
      </dgm:t>
    </dgm:pt>
    <dgm:pt modelId="{734497FD-F766-4E85-8A6D-6EA4AFD0BB92}">
      <dgm:prSet/>
      <dgm:spPr/>
      <dgm:t>
        <a:bodyPr/>
        <a:lstStyle/>
        <a:p>
          <a:r>
            <a:rPr lang="en-US" b="0" i="0" baseline="0"/>
            <a:t>Improvement (Sprint Retrospective) </a:t>
          </a:r>
          <a:endParaRPr lang="en-US"/>
        </a:p>
      </dgm:t>
    </dgm:pt>
    <dgm:pt modelId="{66F28902-C16E-4A83-9891-91088A9C9C2C}" type="parTrans" cxnId="{FDA9C5E8-0C53-4074-823D-211719999092}">
      <dgm:prSet/>
      <dgm:spPr/>
      <dgm:t>
        <a:bodyPr/>
        <a:lstStyle/>
        <a:p>
          <a:endParaRPr lang="en-US"/>
        </a:p>
      </dgm:t>
    </dgm:pt>
    <dgm:pt modelId="{71F31809-A516-489A-B8FA-3FC30DFBF63E}" type="sibTrans" cxnId="{FDA9C5E8-0C53-4074-823D-211719999092}">
      <dgm:prSet/>
      <dgm:spPr/>
      <dgm:t>
        <a:bodyPr/>
        <a:lstStyle/>
        <a:p>
          <a:endParaRPr lang="en-US"/>
        </a:p>
      </dgm:t>
    </dgm:pt>
    <dgm:pt modelId="{C7C278A4-9CCB-4578-B5DB-FE7D8B8D1606}" type="pres">
      <dgm:prSet presAssocID="{52E376E6-ED2F-47FD-BA11-2EBE5F033300}" presName="linear" presStyleCnt="0">
        <dgm:presLayoutVars>
          <dgm:animLvl val="lvl"/>
          <dgm:resizeHandles val="exact"/>
        </dgm:presLayoutVars>
      </dgm:prSet>
      <dgm:spPr/>
    </dgm:pt>
    <dgm:pt modelId="{1B14A966-C72E-4C16-9ECE-7A4C6279B5C1}" type="pres">
      <dgm:prSet presAssocID="{DE6DF7BD-2005-4439-8C9C-85C7EFC7399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2819E4A-C83D-466A-BA8B-DFDDC49C2442}" type="pres">
      <dgm:prSet presAssocID="{87264E18-B95B-4108-9B74-993B6870E3FF}" presName="spacer" presStyleCnt="0"/>
      <dgm:spPr/>
    </dgm:pt>
    <dgm:pt modelId="{9C0D2C28-402F-425F-9537-DF3BF56B32C2}" type="pres">
      <dgm:prSet presAssocID="{D563E73A-220D-41AB-BB0F-0C61D104F06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F24AA4A-03CB-46B5-AB5A-2A4E781FA4A4}" type="pres">
      <dgm:prSet presAssocID="{AE71B563-BC99-44A8-AFAB-6FD69ABEB913}" presName="spacer" presStyleCnt="0"/>
      <dgm:spPr/>
    </dgm:pt>
    <dgm:pt modelId="{A51668E6-4776-4028-BD32-5C8734774A21}" type="pres">
      <dgm:prSet presAssocID="{29F38487-400A-4979-9381-F7A597EEB7A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A018C2D-17D2-4083-8E27-65DC5D4E4A92}" type="pres">
      <dgm:prSet presAssocID="{E9CFF0AF-ABCB-4DD8-8F23-00D38FEFA702}" presName="spacer" presStyleCnt="0"/>
      <dgm:spPr/>
    </dgm:pt>
    <dgm:pt modelId="{FE8B5B19-4D89-4F10-B257-A6ED49A75A36}" type="pres">
      <dgm:prSet presAssocID="{CEA9F299-4B72-4150-8E4E-ACB25DEC48E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8D73FD3-2BA7-4CDE-B22D-5A6B37F45B4C}" type="pres">
      <dgm:prSet presAssocID="{1DA2E7DE-EF57-4A4C-B0AE-699F44459E4B}" presName="spacer" presStyleCnt="0"/>
      <dgm:spPr/>
    </dgm:pt>
    <dgm:pt modelId="{CBC4DBF9-8591-4262-B9B9-7F87B3C1D917}" type="pres">
      <dgm:prSet presAssocID="{734497FD-F766-4E85-8A6D-6EA4AFD0BB9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3E1DE22-79C0-4576-8CBC-2FF857916C2E}" srcId="{52E376E6-ED2F-47FD-BA11-2EBE5F033300}" destId="{CEA9F299-4B72-4150-8E4E-ACB25DEC48E6}" srcOrd="3" destOrd="0" parTransId="{84033579-D412-44A6-9696-9B07E14A1FB3}" sibTransId="{1DA2E7DE-EF57-4A4C-B0AE-699F44459E4B}"/>
    <dgm:cxn modelId="{4611092B-049F-41DA-A305-9A0D493FB84A}" type="presOf" srcId="{29F38487-400A-4979-9381-F7A597EEB7A5}" destId="{A51668E6-4776-4028-BD32-5C8734774A21}" srcOrd="0" destOrd="0" presId="urn:microsoft.com/office/officeart/2005/8/layout/vList2"/>
    <dgm:cxn modelId="{570CA12E-D404-4CA3-8950-29CD1CA9565B}" type="presOf" srcId="{52E376E6-ED2F-47FD-BA11-2EBE5F033300}" destId="{C7C278A4-9CCB-4578-B5DB-FE7D8B8D1606}" srcOrd="0" destOrd="0" presId="urn:microsoft.com/office/officeart/2005/8/layout/vList2"/>
    <dgm:cxn modelId="{D5BBF85F-7DDB-4E7C-889D-8317B239BA83}" srcId="{52E376E6-ED2F-47FD-BA11-2EBE5F033300}" destId="{DE6DF7BD-2005-4439-8C9C-85C7EFC73998}" srcOrd="0" destOrd="0" parTransId="{67DD5795-A3BA-4E95-B0B5-B47226F184C7}" sibTransId="{87264E18-B95B-4108-9B74-993B6870E3FF}"/>
    <dgm:cxn modelId="{C5440C4B-83AF-4152-B5FE-5742A27464F7}" type="presOf" srcId="{CEA9F299-4B72-4150-8E4E-ACB25DEC48E6}" destId="{FE8B5B19-4D89-4F10-B257-A6ED49A75A36}" srcOrd="0" destOrd="0" presId="urn:microsoft.com/office/officeart/2005/8/layout/vList2"/>
    <dgm:cxn modelId="{D6901E88-E152-4285-B525-C59DD7EEBB1F}" type="presOf" srcId="{734497FD-F766-4E85-8A6D-6EA4AFD0BB92}" destId="{CBC4DBF9-8591-4262-B9B9-7F87B3C1D917}" srcOrd="0" destOrd="0" presId="urn:microsoft.com/office/officeart/2005/8/layout/vList2"/>
    <dgm:cxn modelId="{D7E4A5A1-06B4-456A-AF1A-7BD88DED372D}" type="presOf" srcId="{DE6DF7BD-2005-4439-8C9C-85C7EFC73998}" destId="{1B14A966-C72E-4C16-9ECE-7A4C6279B5C1}" srcOrd="0" destOrd="0" presId="urn:microsoft.com/office/officeart/2005/8/layout/vList2"/>
    <dgm:cxn modelId="{AECFFAD0-98FB-458B-A980-6563EC884F99}" type="presOf" srcId="{D563E73A-220D-41AB-BB0F-0C61D104F06A}" destId="{9C0D2C28-402F-425F-9537-DF3BF56B32C2}" srcOrd="0" destOrd="0" presId="urn:microsoft.com/office/officeart/2005/8/layout/vList2"/>
    <dgm:cxn modelId="{0E1E0FD4-E5EA-4555-A4FA-AA8DE57A0643}" srcId="{52E376E6-ED2F-47FD-BA11-2EBE5F033300}" destId="{D563E73A-220D-41AB-BB0F-0C61D104F06A}" srcOrd="1" destOrd="0" parTransId="{3E26AEF5-E383-49EA-A92D-4D339F721D50}" sibTransId="{AE71B563-BC99-44A8-AFAB-6FD69ABEB913}"/>
    <dgm:cxn modelId="{BE7026E2-4752-4BB0-8070-80E00B106636}" srcId="{52E376E6-ED2F-47FD-BA11-2EBE5F033300}" destId="{29F38487-400A-4979-9381-F7A597EEB7A5}" srcOrd="2" destOrd="0" parTransId="{77803FE4-8EDB-4A9C-BE78-1ABE736EDA7F}" sibTransId="{E9CFF0AF-ABCB-4DD8-8F23-00D38FEFA702}"/>
    <dgm:cxn modelId="{FDA9C5E8-0C53-4074-823D-211719999092}" srcId="{52E376E6-ED2F-47FD-BA11-2EBE5F033300}" destId="{734497FD-F766-4E85-8A6D-6EA4AFD0BB92}" srcOrd="4" destOrd="0" parTransId="{66F28902-C16E-4A83-9891-91088A9C9C2C}" sibTransId="{71F31809-A516-489A-B8FA-3FC30DFBF63E}"/>
    <dgm:cxn modelId="{2061C2BE-04AA-4693-84A0-4E99E62C5389}" type="presParOf" srcId="{C7C278A4-9CCB-4578-B5DB-FE7D8B8D1606}" destId="{1B14A966-C72E-4C16-9ECE-7A4C6279B5C1}" srcOrd="0" destOrd="0" presId="urn:microsoft.com/office/officeart/2005/8/layout/vList2"/>
    <dgm:cxn modelId="{2A60F007-7F78-4423-8867-C88ECD0C4D2B}" type="presParOf" srcId="{C7C278A4-9CCB-4578-B5DB-FE7D8B8D1606}" destId="{02819E4A-C83D-466A-BA8B-DFDDC49C2442}" srcOrd="1" destOrd="0" presId="urn:microsoft.com/office/officeart/2005/8/layout/vList2"/>
    <dgm:cxn modelId="{7BCF55AD-7542-4F04-BC46-7B29FBF4D303}" type="presParOf" srcId="{C7C278A4-9CCB-4578-B5DB-FE7D8B8D1606}" destId="{9C0D2C28-402F-425F-9537-DF3BF56B32C2}" srcOrd="2" destOrd="0" presId="urn:microsoft.com/office/officeart/2005/8/layout/vList2"/>
    <dgm:cxn modelId="{1C4DDC71-3EB1-44D6-AA0B-682DF8D912DC}" type="presParOf" srcId="{C7C278A4-9CCB-4578-B5DB-FE7D8B8D1606}" destId="{9F24AA4A-03CB-46B5-AB5A-2A4E781FA4A4}" srcOrd="3" destOrd="0" presId="urn:microsoft.com/office/officeart/2005/8/layout/vList2"/>
    <dgm:cxn modelId="{EB06857B-D9EB-4C61-A91E-EE11DE38A8A3}" type="presParOf" srcId="{C7C278A4-9CCB-4578-B5DB-FE7D8B8D1606}" destId="{A51668E6-4776-4028-BD32-5C8734774A21}" srcOrd="4" destOrd="0" presId="urn:microsoft.com/office/officeart/2005/8/layout/vList2"/>
    <dgm:cxn modelId="{2187F60C-3BD3-446C-86B7-4F269B979B7C}" type="presParOf" srcId="{C7C278A4-9CCB-4578-B5DB-FE7D8B8D1606}" destId="{AA018C2D-17D2-4083-8E27-65DC5D4E4A92}" srcOrd="5" destOrd="0" presId="urn:microsoft.com/office/officeart/2005/8/layout/vList2"/>
    <dgm:cxn modelId="{0E073F52-47FC-43CB-B97F-A231627D3622}" type="presParOf" srcId="{C7C278A4-9CCB-4578-B5DB-FE7D8B8D1606}" destId="{FE8B5B19-4D89-4F10-B257-A6ED49A75A36}" srcOrd="6" destOrd="0" presId="urn:microsoft.com/office/officeart/2005/8/layout/vList2"/>
    <dgm:cxn modelId="{17D9356D-2990-44D6-A5FD-25071ED83F74}" type="presParOf" srcId="{C7C278A4-9CCB-4578-B5DB-FE7D8B8D1606}" destId="{98D73FD3-2BA7-4CDE-B22D-5A6B37F45B4C}" srcOrd="7" destOrd="0" presId="urn:microsoft.com/office/officeart/2005/8/layout/vList2"/>
    <dgm:cxn modelId="{4D84D665-E861-4CA9-8376-B5AA0DA8C908}" type="presParOf" srcId="{C7C278A4-9CCB-4578-B5DB-FE7D8B8D1606}" destId="{CBC4DBF9-8591-4262-B9B9-7F87B3C1D91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14D9DC-88BA-426A-B884-80AD23C221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722C87-FDD8-4796-A697-B848DDB39825}">
      <dgm:prSet/>
      <dgm:spPr/>
      <dgm:t>
        <a:bodyPr/>
        <a:lstStyle/>
        <a:p>
          <a:r>
            <a:rPr lang="en-US" b="1"/>
            <a:t>Agile:</a:t>
          </a:r>
          <a:endParaRPr lang="en-US"/>
        </a:p>
      </dgm:t>
    </dgm:pt>
    <dgm:pt modelId="{CE62577B-EAE8-41E4-BCEA-A4079869C718}" type="parTrans" cxnId="{E720B4FC-D7DA-4EA9-B310-A017F7A1AFB0}">
      <dgm:prSet/>
      <dgm:spPr/>
      <dgm:t>
        <a:bodyPr/>
        <a:lstStyle/>
        <a:p>
          <a:endParaRPr lang="en-US"/>
        </a:p>
      </dgm:t>
    </dgm:pt>
    <dgm:pt modelId="{EB1B126E-9829-4FF3-AF26-F73A2CBAD461}" type="sibTrans" cxnId="{E720B4FC-D7DA-4EA9-B310-A017F7A1AFB0}">
      <dgm:prSet/>
      <dgm:spPr/>
      <dgm:t>
        <a:bodyPr/>
        <a:lstStyle/>
        <a:p>
          <a:endParaRPr lang="en-US"/>
        </a:p>
      </dgm:t>
    </dgm:pt>
    <dgm:pt modelId="{9B0149C0-CD95-43D9-A40C-BDD77B11BF8C}">
      <dgm:prSet/>
      <dgm:spPr/>
      <dgm:t>
        <a:bodyPr/>
        <a:lstStyle/>
        <a:p>
          <a:r>
            <a:rPr lang="en-US"/>
            <a:t>Flexible and iterative </a:t>
          </a:r>
        </a:p>
      </dgm:t>
    </dgm:pt>
    <dgm:pt modelId="{4E9D7168-01CC-42D0-A309-F0DB6A62B83D}" type="parTrans" cxnId="{84C81B95-888D-453B-8838-205C27873BE5}">
      <dgm:prSet/>
      <dgm:spPr/>
      <dgm:t>
        <a:bodyPr/>
        <a:lstStyle/>
        <a:p>
          <a:endParaRPr lang="en-US"/>
        </a:p>
      </dgm:t>
    </dgm:pt>
    <dgm:pt modelId="{80A4AC3D-D44F-4732-83BB-D842C26CBF60}" type="sibTrans" cxnId="{84C81B95-888D-453B-8838-205C27873BE5}">
      <dgm:prSet/>
      <dgm:spPr/>
      <dgm:t>
        <a:bodyPr/>
        <a:lstStyle/>
        <a:p>
          <a:endParaRPr lang="en-US"/>
        </a:p>
      </dgm:t>
    </dgm:pt>
    <dgm:pt modelId="{CC4981F3-0C19-4207-8576-24785E0837ED}">
      <dgm:prSet/>
      <dgm:spPr/>
      <dgm:t>
        <a:bodyPr/>
        <a:lstStyle/>
        <a:p>
          <a:r>
            <a:rPr lang="en-US"/>
            <a:t>Continuous feedback </a:t>
          </a:r>
        </a:p>
      </dgm:t>
    </dgm:pt>
    <dgm:pt modelId="{CDED860D-751D-4B4C-B9EB-B090368D7D95}" type="parTrans" cxnId="{E6494D79-94D9-4D5B-BA38-92B71647D561}">
      <dgm:prSet/>
      <dgm:spPr/>
      <dgm:t>
        <a:bodyPr/>
        <a:lstStyle/>
        <a:p>
          <a:endParaRPr lang="en-US"/>
        </a:p>
      </dgm:t>
    </dgm:pt>
    <dgm:pt modelId="{A2605863-8269-450C-ABC9-5F687E252F56}" type="sibTrans" cxnId="{E6494D79-94D9-4D5B-BA38-92B71647D561}">
      <dgm:prSet/>
      <dgm:spPr/>
      <dgm:t>
        <a:bodyPr/>
        <a:lstStyle/>
        <a:p>
          <a:endParaRPr lang="en-US"/>
        </a:p>
      </dgm:t>
    </dgm:pt>
    <dgm:pt modelId="{228D4050-77E8-4C22-B5EF-3FC2E664C2C8}">
      <dgm:prSet/>
      <dgm:spPr/>
      <dgm:t>
        <a:bodyPr/>
        <a:lstStyle/>
        <a:p>
          <a:r>
            <a:rPr lang="en-US"/>
            <a:t>Adapts to change</a:t>
          </a:r>
        </a:p>
      </dgm:t>
    </dgm:pt>
    <dgm:pt modelId="{2A359AD6-A451-4284-8FBF-F2A32B4D0825}" type="parTrans" cxnId="{4557E0DB-92AE-4D3B-9DB1-D1E6B22D1E90}">
      <dgm:prSet/>
      <dgm:spPr/>
      <dgm:t>
        <a:bodyPr/>
        <a:lstStyle/>
        <a:p>
          <a:endParaRPr lang="en-US"/>
        </a:p>
      </dgm:t>
    </dgm:pt>
    <dgm:pt modelId="{2A076F40-C620-4942-8CD0-55656F3FFD8E}" type="sibTrans" cxnId="{4557E0DB-92AE-4D3B-9DB1-D1E6B22D1E90}">
      <dgm:prSet/>
      <dgm:spPr/>
      <dgm:t>
        <a:bodyPr/>
        <a:lstStyle/>
        <a:p>
          <a:endParaRPr lang="en-US"/>
        </a:p>
      </dgm:t>
    </dgm:pt>
    <dgm:pt modelId="{0C0112F9-4B37-4BC6-AD3A-E1C0DF57F848}">
      <dgm:prSet/>
      <dgm:spPr/>
      <dgm:t>
        <a:bodyPr/>
        <a:lstStyle/>
        <a:p>
          <a:r>
            <a:rPr lang="en-US" b="1"/>
            <a:t>Waterfall:</a:t>
          </a:r>
          <a:endParaRPr lang="en-US"/>
        </a:p>
      </dgm:t>
    </dgm:pt>
    <dgm:pt modelId="{6E10346F-0D58-4B00-8186-42AC2C661AF0}" type="parTrans" cxnId="{29D19A6A-3678-4BC1-9D42-C1073B8FB5DE}">
      <dgm:prSet/>
      <dgm:spPr/>
      <dgm:t>
        <a:bodyPr/>
        <a:lstStyle/>
        <a:p>
          <a:endParaRPr lang="en-US"/>
        </a:p>
      </dgm:t>
    </dgm:pt>
    <dgm:pt modelId="{9D6A713D-CC93-4AB2-9042-94DD26ABE772}" type="sibTrans" cxnId="{29D19A6A-3678-4BC1-9D42-C1073B8FB5DE}">
      <dgm:prSet/>
      <dgm:spPr/>
      <dgm:t>
        <a:bodyPr/>
        <a:lstStyle/>
        <a:p>
          <a:endParaRPr lang="en-US"/>
        </a:p>
      </dgm:t>
    </dgm:pt>
    <dgm:pt modelId="{27FD592D-94AE-4430-B18A-ACC5D41E1614}">
      <dgm:prSet/>
      <dgm:spPr/>
      <dgm:t>
        <a:bodyPr/>
        <a:lstStyle/>
        <a:p>
          <a:r>
            <a:rPr lang="en-US"/>
            <a:t>Linear and structured </a:t>
          </a:r>
        </a:p>
      </dgm:t>
    </dgm:pt>
    <dgm:pt modelId="{78B6F4FE-18E4-4172-912D-B6A11DC83D18}" type="parTrans" cxnId="{6B7B08FE-0B7E-44DC-9D08-B59F05563080}">
      <dgm:prSet/>
      <dgm:spPr/>
      <dgm:t>
        <a:bodyPr/>
        <a:lstStyle/>
        <a:p>
          <a:endParaRPr lang="en-US"/>
        </a:p>
      </dgm:t>
    </dgm:pt>
    <dgm:pt modelId="{DAC9D251-4A34-48DB-BF41-BD4149C95877}" type="sibTrans" cxnId="{6B7B08FE-0B7E-44DC-9D08-B59F05563080}">
      <dgm:prSet/>
      <dgm:spPr/>
      <dgm:t>
        <a:bodyPr/>
        <a:lstStyle/>
        <a:p>
          <a:endParaRPr lang="en-US"/>
        </a:p>
      </dgm:t>
    </dgm:pt>
    <dgm:pt modelId="{DF20A070-B9F6-456B-AD9E-0904F5B5110E}">
      <dgm:prSet/>
      <dgm:spPr/>
      <dgm:t>
        <a:bodyPr/>
        <a:lstStyle/>
        <a:p>
          <a:r>
            <a:rPr lang="en-US"/>
            <a:t>Limited flexibility </a:t>
          </a:r>
        </a:p>
      </dgm:t>
    </dgm:pt>
    <dgm:pt modelId="{4B06ECCF-12F2-405B-8552-7B86F13B0B9A}" type="parTrans" cxnId="{A62859FB-AF10-4481-A507-0896F53330EC}">
      <dgm:prSet/>
      <dgm:spPr/>
      <dgm:t>
        <a:bodyPr/>
        <a:lstStyle/>
        <a:p>
          <a:endParaRPr lang="en-US"/>
        </a:p>
      </dgm:t>
    </dgm:pt>
    <dgm:pt modelId="{5B45766A-8376-46C3-B1DB-A6486DF819E5}" type="sibTrans" cxnId="{A62859FB-AF10-4481-A507-0896F53330EC}">
      <dgm:prSet/>
      <dgm:spPr/>
      <dgm:t>
        <a:bodyPr/>
        <a:lstStyle/>
        <a:p>
          <a:endParaRPr lang="en-US"/>
        </a:p>
      </dgm:t>
    </dgm:pt>
    <dgm:pt modelId="{8ABA96BC-89ED-47A5-9B37-2AC61E83D8CE}">
      <dgm:prSet/>
      <dgm:spPr/>
      <dgm:t>
        <a:bodyPr/>
        <a:lstStyle/>
        <a:p>
          <a:r>
            <a:rPr lang="en-US"/>
            <a:t>Changes are difficult</a:t>
          </a:r>
        </a:p>
      </dgm:t>
    </dgm:pt>
    <dgm:pt modelId="{301089BC-342C-4F78-A14C-3BBE6E29E26A}" type="parTrans" cxnId="{379A3F2E-526C-463B-BAD2-BFF1E7771AC5}">
      <dgm:prSet/>
      <dgm:spPr/>
      <dgm:t>
        <a:bodyPr/>
        <a:lstStyle/>
        <a:p>
          <a:endParaRPr lang="en-US"/>
        </a:p>
      </dgm:t>
    </dgm:pt>
    <dgm:pt modelId="{0BE50540-A8B8-4429-BC02-7B27D774323F}" type="sibTrans" cxnId="{379A3F2E-526C-463B-BAD2-BFF1E7771AC5}">
      <dgm:prSet/>
      <dgm:spPr/>
      <dgm:t>
        <a:bodyPr/>
        <a:lstStyle/>
        <a:p>
          <a:endParaRPr lang="en-US"/>
        </a:p>
      </dgm:t>
    </dgm:pt>
    <dgm:pt modelId="{38FF182D-E382-4C94-BB78-A65EAD988896}" type="pres">
      <dgm:prSet presAssocID="{9F14D9DC-88BA-426A-B884-80AD23C221C6}" presName="root" presStyleCnt="0">
        <dgm:presLayoutVars>
          <dgm:dir/>
          <dgm:resizeHandles val="exact"/>
        </dgm:presLayoutVars>
      </dgm:prSet>
      <dgm:spPr/>
    </dgm:pt>
    <dgm:pt modelId="{15211D95-2511-4EFE-839B-B7B674E3D693}" type="pres">
      <dgm:prSet presAssocID="{17722C87-FDD8-4796-A697-B848DDB39825}" presName="compNode" presStyleCnt="0"/>
      <dgm:spPr/>
    </dgm:pt>
    <dgm:pt modelId="{35666FD0-6E3F-4069-B4CA-70593C322D99}" type="pres">
      <dgm:prSet presAssocID="{17722C87-FDD8-4796-A697-B848DDB39825}" presName="bgRect" presStyleLbl="bgShp" presStyleIdx="0" presStyleCnt="8"/>
      <dgm:spPr/>
    </dgm:pt>
    <dgm:pt modelId="{FD13ABE9-CA72-4317-840A-E327C2B39637}" type="pres">
      <dgm:prSet presAssocID="{17722C87-FDD8-4796-A697-B848DDB39825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7DC93460-FA0A-4DCF-AC9B-097ACF96F771}" type="pres">
      <dgm:prSet presAssocID="{17722C87-FDD8-4796-A697-B848DDB39825}" presName="spaceRect" presStyleCnt="0"/>
      <dgm:spPr/>
    </dgm:pt>
    <dgm:pt modelId="{6769AABD-E397-426F-AA95-70BB33B6F32E}" type="pres">
      <dgm:prSet presAssocID="{17722C87-FDD8-4796-A697-B848DDB39825}" presName="parTx" presStyleLbl="revTx" presStyleIdx="0" presStyleCnt="8">
        <dgm:presLayoutVars>
          <dgm:chMax val="0"/>
          <dgm:chPref val="0"/>
        </dgm:presLayoutVars>
      </dgm:prSet>
      <dgm:spPr/>
    </dgm:pt>
    <dgm:pt modelId="{3EA6FC21-E435-4E3A-829C-860B314F38CF}" type="pres">
      <dgm:prSet presAssocID="{EB1B126E-9829-4FF3-AF26-F73A2CBAD461}" presName="sibTrans" presStyleCnt="0"/>
      <dgm:spPr/>
    </dgm:pt>
    <dgm:pt modelId="{5E74B111-3654-4A18-AED9-D6DE7EED52B6}" type="pres">
      <dgm:prSet presAssocID="{9B0149C0-CD95-43D9-A40C-BDD77B11BF8C}" presName="compNode" presStyleCnt="0"/>
      <dgm:spPr/>
    </dgm:pt>
    <dgm:pt modelId="{95562AD2-9751-4C07-A098-E4ACE4571E1B}" type="pres">
      <dgm:prSet presAssocID="{9B0149C0-CD95-43D9-A40C-BDD77B11BF8C}" presName="bgRect" presStyleLbl="bgShp" presStyleIdx="1" presStyleCnt="8"/>
      <dgm:spPr/>
    </dgm:pt>
    <dgm:pt modelId="{9FCCC502-5076-4435-B864-65234E8CD8A0}" type="pres">
      <dgm:prSet presAssocID="{9B0149C0-CD95-43D9-A40C-BDD77B11BF8C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91739DB-99F0-4D0E-A8AA-241C6F773CED}" type="pres">
      <dgm:prSet presAssocID="{9B0149C0-CD95-43D9-A40C-BDD77B11BF8C}" presName="spaceRect" presStyleCnt="0"/>
      <dgm:spPr/>
    </dgm:pt>
    <dgm:pt modelId="{3CAEEAF3-86D7-47EF-89E9-6F6B9E675A15}" type="pres">
      <dgm:prSet presAssocID="{9B0149C0-CD95-43D9-A40C-BDD77B11BF8C}" presName="parTx" presStyleLbl="revTx" presStyleIdx="1" presStyleCnt="8">
        <dgm:presLayoutVars>
          <dgm:chMax val="0"/>
          <dgm:chPref val="0"/>
        </dgm:presLayoutVars>
      </dgm:prSet>
      <dgm:spPr/>
    </dgm:pt>
    <dgm:pt modelId="{6AE4C1D2-2EC3-471E-A87B-E226D5730A27}" type="pres">
      <dgm:prSet presAssocID="{80A4AC3D-D44F-4732-83BB-D842C26CBF60}" presName="sibTrans" presStyleCnt="0"/>
      <dgm:spPr/>
    </dgm:pt>
    <dgm:pt modelId="{0A15CFCB-8AC8-42BA-B1C1-822F8BFFE7A8}" type="pres">
      <dgm:prSet presAssocID="{CC4981F3-0C19-4207-8576-24785E0837ED}" presName="compNode" presStyleCnt="0"/>
      <dgm:spPr/>
    </dgm:pt>
    <dgm:pt modelId="{D2206241-9E69-46EF-BB8D-8373F36B29C9}" type="pres">
      <dgm:prSet presAssocID="{CC4981F3-0C19-4207-8576-24785E0837ED}" presName="bgRect" presStyleLbl="bgShp" presStyleIdx="2" presStyleCnt="8"/>
      <dgm:spPr/>
    </dgm:pt>
    <dgm:pt modelId="{2833E214-D397-4614-8885-D9694B37D7EB}" type="pres">
      <dgm:prSet presAssocID="{CC4981F3-0C19-4207-8576-24785E0837ED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BAF96176-0F18-4050-BE0A-2D3C2D8636E0}" type="pres">
      <dgm:prSet presAssocID="{CC4981F3-0C19-4207-8576-24785E0837ED}" presName="spaceRect" presStyleCnt="0"/>
      <dgm:spPr/>
    </dgm:pt>
    <dgm:pt modelId="{710BAA2F-82BB-47D7-86DF-4D5155709854}" type="pres">
      <dgm:prSet presAssocID="{CC4981F3-0C19-4207-8576-24785E0837ED}" presName="parTx" presStyleLbl="revTx" presStyleIdx="2" presStyleCnt="8">
        <dgm:presLayoutVars>
          <dgm:chMax val="0"/>
          <dgm:chPref val="0"/>
        </dgm:presLayoutVars>
      </dgm:prSet>
      <dgm:spPr/>
    </dgm:pt>
    <dgm:pt modelId="{D4CB8540-0877-49D1-B838-338353FA1A67}" type="pres">
      <dgm:prSet presAssocID="{A2605863-8269-450C-ABC9-5F687E252F56}" presName="sibTrans" presStyleCnt="0"/>
      <dgm:spPr/>
    </dgm:pt>
    <dgm:pt modelId="{E79CEDCF-0CEE-4E73-AF17-E06F6382762B}" type="pres">
      <dgm:prSet presAssocID="{228D4050-77E8-4C22-B5EF-3FC2E664C2C8}" presName="compNode" presStyleCnt="0"/>
      <dgm:spPr/>
    </dgm:pt>
    <dgm:pt modelId="{4935BD14-DEF1-4555-B6AC-938D7EE63C34}" type="pres">
      <dgm:prSet presAssocID="{228D4050-77E8-4C22-B5EF-3FC2E664C2C8}" presName="bgRect" presStyleLbl="bgShp" presStyleIdx="3" presStyleCnt="8"/>
      <dgm:spPr/>
    </dgm:pt>
    <dgm:pt modelId="{D08B0C67-EF86-468D-BADF-D7E75A884110}" type="pres">
      <dgm:prSet presAssocID="{228D4050-77E8-4C22-B5EF-3FC2E664C2C8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553813C-0A69-42C6-800E-F25994AAA0B0}" type="pres">
      <dgm:prSet presAssocID="{228D4050-77E8-4C22-B5EF-3FC2E664C2C8}" presName="spaceRect" presStyleCnt="0"/>
      <dgm:spPr/>
    </dgm:pt>
    <dgm:pt modelId="{B2475A3D-FE84-48C3-BDDD-6924D3CD453F}" type="pres">
      <dgm:prSet presAssocID="{228D4050-77E8-4C22-B5EF-3FC2E664C2C8}" presName="parTx" presStyleLbl="revTx" presStyleIdx="3" presStyleCnt="8">
        <dgm:presLayoutVars>
          <dgm:chMax val="0"/>
          <dgm:chPref val="0"/>
        </dgm:presLayoutVars>
      </dgm:prSet>
      <dgm:spPr/>
    </dgm:pt>
    <dgm:pt modelId="{EB67CB61-BE06-49A0-9A81-AFE6E8653FBE}" type="pres">
      <dgm:prSet presAssocID="{2A076F40-C620-4942-8CD0-55656F3FFD8E}" presName="sibTrans" presStyleCnt="0"/>
      <dgm:spPr/>
    </dgm:pt>
    <dgm:pt modelId="{D4FAA532-7275-477B-93CF-A09F4A2C4F79}" type="pres">
      <dgm:prSet presAssocID="{0C0112F9-4B37-4BC6-AD3A-E1C0DF57F848}" presName="compNode" presStyleCnt="0"/>
      <dgm:spPr/>
    </dgm:pt>
    <dgm:pt modelId="{91C11E60-2267-4A96-95FD-0707B06FF861}" type="pres">
      <dgm:prSet presAssocID="{0C0112F9-4B37-4BC6-AD3A-E1C0DF57F848}" presName="bgRect" presStyleLbl="bgShp" presStyleIdx="4" presStyleCnt="8"/>
      <dgm:spPr/>
    </dgm:pt>
    <dgm:pt modelId="{CC4E45B1-69B1-4FC3-A604-43E5DC6656E3}" type="pres">
      <dgm:prSet presAssocID="{0C0112F9-4B37-4BC6-AD3A-E1C0DF57F848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C634A33B-D3F8-4F61-898E-F849A9A2A991}" type="pres">
      <dgm:prSet presAssocID="{0C0112F9-4B37-4BC6-AD3A-E1C0DF57F848}" presName="spaceRect" presStyleCnt="0"/>
      <dgm:spPr/>
    </dgm:pt>
    <dgm:pt modelId="{AEF5DAE0-8C5B-46F6-AD60-B633B87F704D}" type="pres">
      <dgm:prSet presAssocID="{0C0112F9-4B37-4BC6-AD3A-E1C0DF57F848}" presName="parTx" presStyleLbl="revTx" presStyleIdx="4" presStyleCnt="8">
        <dgm:presLayoutVars>
          <dgm:chMax val="0"/>
          <dgm:chPref val="0"/>
        </dgm:presLayoutVars>
      </dgm:prSet>
      <dgm:spPr/>
    </dgm:pt>
    <dgm:pt modelId="{690274A0-4E9D-47F1-B50D-97691137A627}" type="pres">
      <dgm:prSet presAssocID="{9D6A713D-CC93-4AB2-9042-94DD26ABE772}" presName="sibTrans" presStyleCnt="0"/>
      <dgm:spPr/>
    </dgm:pt>
    <dgm:pt modelId="{8BD0EFEC-AB9F-4852-8AA1-18ECC16A8AAC}" type="pres">
      <dgm:prSet presAssocID="{27FD592D-94AE-4430-B18A-ACC5D41E1614}" presName="compNode" presStyleCnt="0"/>
      <dgm:spPr/>
    </dgm:pt>
    <dgm:pt modelId="{D9695B71-2D02-4169-86BD-747C02E52FE3}" type="pres">
      <dgm:prSet presAssocID="{27FD592D-94AE-4430-B18A-ACC5D41E1614}" presName="bgRect" presStyleLbl="bgShp" presStyleIdx="5" presStyleCnt="8"/>
      <dgm:spPr/>
    </dgm:pt>
    <dgm:pt modelId="{F4CCEF9D-7D81-4BC2-A312-ADCF9A71EB6A}" type="pres">
      <dgm:prSet presAssocID="{27FD592D-94AE-4430-B18A-ACC5D41E1614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46FC62B-E814-40DB-AD8C-9FE799DA8279}" type="pres">
      <dgm:prSet presAssocID="{27FD592D-94AE-4430-B18A-ACC5D41E1614}" presName="spaceRect" presStyleCnt="0"/>
      <dgm:spPr/>
    </dgm:pt>
    <dgm:pt modelId="{D23EBC0F-54E9-4272-BAA8-FF21D5209BEB}" type="pres">
      <dgm:prSet presAssocID="{27FD592D-94AE-4430-B18A-ACC5D41E1614}" presName="parTx" presStyleLbl="revTx" presStyleIdx="5" presStyleCnt="8">
        <dgm:presLayoutVars>
          <dgm:chMax val="0"/>
          <dgm:chPref val="0"/>
        </dgm:presLayoutVars>
      </dgm:prSet>
      <dgm:spPr/>
    </dgm:pt>
    <dgm:pt modelId="{394512CD-8465-410F-9D7E-E13F362814EC}" type="pres">
      <dgm:prSet presAssocID="{DAC9D251-4A34-48DB-BF41-BD4149C95877}" presName="sibTrans" presStyleCnt="0"/>
      <dgm:spPr/>
    </dgm:pt>
    <dgm:pt modelId="{3FBBFA6E-D53A-4A99-983C-8F6747B22EFD}" type="pres">
      <dgm:prSet presAssocID="{DF20A070-B9F6-456B-AD9E-0904F5B5110E}" presName="compNode" presStyleCnt="0"/>
      <dgm:spPr/>
    </dgm:pt>
    <dgm:pt modelId="{1013A944-ED30-46A3-8992-681E7BCDFF15}" type="pres">
      <dgm:prSet presAssocID="{DF20A070-B9F6-456B-AD9E-0904F5B5110E}" presName="bgRect" presStyleLbl="bgShp" presStyleIdx="6" presStyleCnt="8"/>
      <dgm:spPr/>
    </dgm:pt>
    <dgm:pt modelId="{512BD323-BF84-448B-97B4-DF55D4BF419B}" type="pres">
      <dgm:prSet presAssocID="{DF20A070-B9F6-456B-AD9E-0904F5B5110E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C810B36-C54D-4E70-8A6F-07524563EC84}" type="pres">
      <dgm:prSet presAssocID="{DF20A070-B9F6-456B-AD9E-0904F5B5110E}" presName="spaceRect" presStyleCnt="0"/>
      <dgm:spPr/>
    </dgm:pt>
    <dgm:pt modelId="{CFB97D72-3472-4538-BAC7-93BCA9DE80E9}" type="pres">
      <dgm:prSet presAssocID="{DF20A070-B9F6-456B-AD9E-0904F5B5110E}" presName="parTx" presStyleLbl="revTx" presStyleIdx="6" presStyleCnt="8">
        <dgm:presLayoutVars>
          <dgm:chMax val="0"/>
          <dgm:chPref val="0"/>
        </dgm:presLayoutVars>
      </dgm:prSet>
      <dgm:spPr/>
    </dgm:pt>
    <dgm:pt modelId="{4FD3D189-261C-4D52-B96D-0C0DC4CCCE2E}" type="pres">
      <dgm:prSet presAssocID="{5B45766A-8376-46C3-B1DB-A6486DF819E5}" presName="sibTrans" presStyleCnt="0"/>
      <dgm:spPr/>
    </dgm:pt>
    <dgm:pt modelId="{62C490A3-95FD-468B-AACC-4F0D15ABCE13}" type="pres">
      <dgm:prSet presAssocID="{8ABA96BC-89ED-47A5-9B37-2AC61E83D8CE}" presName="compNode" presStyleCnt="0"/>
      <dgm:spPr/>
    </dgm:pt>
    <dgm:pt modelId="{7F6390B9-9041-440C-9216-BC13AF9785FE}" type="pres">
      <dgm:prSet presAssocID="{8ABA96BC-89ED-47A5-9B37-2AC61E83D8CE}" presName="bgRect" presStyleLbl="bgShp" presStyleIdx="7" presStyleCnt="8"/>
      <dgm:spPr/>
    </dgm:pt>
    <dgm:pt modelId="{1699134B-5162-4DA9-B301-F8B0F8564870}" type="pres">
      <dgm:prSet presAssocID="{8ABA96BC-89ED-47A5-9B37-2AC61E83D8CE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7BB71D2-3C7A-44A9-9521-3BDEEE87E950}" type="pres">
      <dgm:prSet presAssocID="{8ABA96BC-89ED-47A5-9B37-2AC61E83D8CE}" presName="spaceRect" presStyleCnt="0"/>
      <dgm:spPr/>
    </dgm:pt>
    <dgm:pt modelId="{C417FA90-227D-4C92-843F-25B31A2EE6B3}" type="pres">
      <dgm:prSet presAssocID="{8ABA96BC-89ED-47A5-9B37-2AC61E83D8CE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8B749A1A-E661-4E5B-BB93-B0C00CE6B118}" type="presOf" srcId="{DF20A070-B9F6-456B-AD9E-0904F5B5110E}" destId="{CFB97D72-3472-4538-BAC7-93BCA9DE80E9}" srcOrd="0" destOrd="0" presId="urn:microsoft.com/office/officeart/2018/2/layout/IconVerticalSolidList"/>
    <dgm:cxn modelId="{379A3F2E-526C-463B-BAD2-BFF1E7771AC5}" srcId="{9F14D9DC-88BA-426A-B884-80AD23C221C6}" destId="{8ABA96BC-89ED-47A5-9B37-2AC61E83D8CE}" srcOrd="7" destOrd="0" parTransId="{301089BC-342C-4F78-A14C-3BBE6E29E26A}" sibTransId="{0BE50540-A8B8-4429-BC02-7B27D774323F}"/>
    <dgm:cxn modelId="{AA6CC937-A0B0-4123-B4E3-2D965B81B2BA}" type="presOf" srcId="{CC4981F3-0C19-4207-8576-24785E0837ED}" destId="{710BAA2F-82BB-47D7-86DF-4D5155709854}" srcOrd="0" destOrd="0" presId="urn:microsoft.com/office/officeart/2018/2/layout/IconVerticalSolidList"/>
    <dgm:cxn modelId="{8F2DE637-C852-4C41-81A7-330A20E3C471}" type="presOf" srcId="{228D4050-77E8-4C22-B5EF-3FC2E664C2C8}" destId="{B2475A3D-FE84-48C3-BDDD-6924D3CD453F}" srcOrd="0" destOrd="0" presId="urn:microsoft.com/office/officeart/2018/2/layout/IconVerticalSolidList"/>
    <dgm:cxn modelId="{29D19A6A-3678-4BC1-9D42-C1073B8FB5DE}" srcId="{9F14D9DC-88BA-426A-B884-80AD23C221C6}" destId="{0C0112F9-4B37-4BC6-AD3A-E1C0DF57F848}" srcOrd="4" destOrd="0" parTransId="{6E10346F-0D58-4B00-8186-42AC2C661AF0}" sibTransId="{9D6A713D-CC93-4AB2-9042-94DD26ABE772}"/>
    <dgm:cxn modelId="{2A35056D-3825-4E93-8653-C49970FDAFA2}" type="presOf" srcId="{17722C87-FDD8-4796-A697-B848DDB39825}" destId="{6769AABD-E397-426F-AA95-70BB33B6F32E}" srcOrd="0" destOrd="0" presId="urn:microsoft.com/office/officeart/2018/2/layout/IconVerticalSolidList"/>
    <dgm:cxn modelId="{E6494D79-94D9-4D5B-BA38-92B71647D561}" srcId="{9F14D9DC-88BA-426A-B884-80AD23C221C6}" destId="{CC4981F3-0C19-4207-8576-24785E0837ED}" srcOrd="2" destOrd="0" parTransId="{CDED860D-751D-4B4C-B9EB-B090368D7D95}" sibTransId="{A2605863-8269-450C-ABC9-5F687E252F56}"/>
    <dgm:cxn modelId="{84C81B95-888D-453B-8838-205C27873BE5}" srcId="{9F14D9DC-88BA-426A-B884-80AD23C221C6}" destId="{9B0149C0-CD95-43D9-A40C-BDD77B11BF8C}" srcOrd="1" destOrd="0" parTransId="{4E9D7168-01CC-42D0-A309-F0DB6A62B83D}" sibTransId="{80A4AC3D-D44F-4732-83BB-D842C26CBF60}"/>
    <dgm:cxn modelId="{AECE4695-5F47-4E7C-A218-89C541499BD7}" type="presOf" srcId="{9B0149C0-CD95-43D9-A40C-BDD77B11BF8C}" destId="{3CAEEAF3-86D7-47EF-89E9-6F6B9E675A15}" srcOrd="0" destOrd="0" presId="urn:microsoft.com/office/officeart/2018/2/layout/IconVerticalSolidList"/>
    <dgm:cxn modelId="{73556BC1-CB6C-4B17-AD46-332C09634CE1}" type="presOf" srcId="{27FD592D-94AE-4430-B18A-ACC5D41E1614}" destId="{D23EBC0F-54E9-4272-BAA8-FF21D5209BEB}" srcOrd="0" destOrd="0" presId="urn:microsoft.com/office/officeart/2018/2/layout/IconVerticalSolidList"/>
    <dgm:cxn modelId="{AB0EA8CE-A654-4A03-AA31-C62F728CCEBA}" type="presOf" srcId="{8ABA96BC-89ED-47A5-9B37-2AC61E83D8CE}" destId="{C417FA90-227D-4C92-843F-25B31A2EE6B3}" srcOrd="0" destOrd="0" presId="urn:microsoft.com/office/officeart/2018/2/layout/IconVerticalSolidList"/>
    <dgm:cxn modelId="{83D20ECF-F2E3-4806-895E-BC9825A9CA14}" type="presOf" srcId="{0C0112F9-4B37-4BC6-AD3A-E1C0DF57F848}" destId="{AEF5DAE0-8C5B-46F6-AD60-B633B87F704D}" srcOrd="0" destOrd="0" presId="urn:microsoft.com/office/officeart/2018/2/layout/IconVerticalSolidList"/>
    <dgm:cxn modelId="{4557E0DB-92AE-4D3B-9DB1-D1E6B22D1E90}" srcId="{9F14D9DC-88BA-426A-B884-80AD23C221C6}" destId="{228D4050-77E8-4C22-B5EF-3FC2E664C2C8}" srcOrd="3" destOrd="0" parTransId="{2A359AD6-A451-4284-8FBF-F2A32B4D0825}" sibTransId="{2A076F40-C620-4942-8CD0-55656F3FFD8E}"/>
    <dgm:cxn modelId="{15A37AF1-9D29-4A22-9FEF-545AE50F3F64}" type="presOf" srcId="{9F14D9DC-88BA-426A-B884-80AD23C221C6}" destId="{38FF182D-E382-4C94-BB78-A65EAD988896}" srcOrd="0" destOrd="0" presId="urn:microsoft.com/office/officeart/2018/2/layout/IconVerticalSolidList"/>
    <dgm:cxn modelId="{A62859FB-AF10-4481-A507-0896F53330EC}" srcId="{9F14D9DC-88BA-426A-B884-80AD23C221C6}" destId="{DF20A070-B9F6-456B-AD9E-0904F5B5110E}" srcOrd="6" destOrd="0" parTransId="{4B06ECCF-12F2-405B-8552-7B86F13B0B9A}" sibTransId="{5B45766A-8376-46C3-B1DB-A6486DF819E5}"/>
    <dgm:cxn modelId="{E720B4FC-D7DA-4EA9-B310-A017F7A1AFB0}" srcId="{9F14D9DC-88BA-426A-B884-80AD23C221C6}" destId="{17722C87-FDD8-4796-A697-B848DDB39825}" srcOrd="0" destOrd="0" parTransId="{CE62577B-EAE8-41E4-BCEA-A4079869C718}" sibTransId="{EB1B126E-9829-4FF3-AF26-F73A2CBAD461}"/>
    <dgm:cxn modelId="{6B7B08FE-0B7E-44DC-9D08-B59F05563080}" srcId="{9F14D9DC-88BA-426A-B884-80AD23C221C6}" destId="{27FD592D-94AE-4430-B18A-ACC5D41E1614}" srcOrd="5" destOrd="0" parTransId="{78B6F4FE-18E4-4172-912D-B6A11DC83D18}" sibTransId="{DAC9D251-4A34-48DB-BF41-BD4149C95877}"/>
    <dgm:cxn modelId="{85EAF147-8CAF-41C8-8F96-7EE80EDA5A72}" type="presParOf" srcId="{38FF182D-E382-4C94-BB78-A65EAD988896}" destId="{15211D95-2511-4EFE-839B-B7B674E3D693}" srcOrd="0" destOrd="0" presId="urn:microsoft.com/office/officeart/2018/2/layout/IconVerticalSolidList"/>
    <dgm:cxn modelId="{B06B6D3D-E27E-4337-95A1-D5558470F723}" type="presParOf" srcId="{15211D95-2511-4EFE-839B-B7B674E3D693}" destId="{35666FD0-6E3F-4069-B4CA-70593C322D99}" srcOrd="0" destOrd="0" presId="urn:microsoft.com/office/officeart/2018/2/layout/IconVerticalSolidList"/>
    <dgm:cxn modelId="{6A26B7E7-5307-4335-ACAF-360885510F9A}" type="presParOf" srcId="{15211D95-2511-4EFE-839B-B7B674E3D693}" destId="{FD13ABE9-CA72-4317-840A-E327C2B39637}" srcOrd="1" destOrd="0" presId="urn:microsoft.com/office/officeart/2018/2/layout/IconVerticalSolidList"/>
    <dgm:cxn modelId="{F062DFE4-3C2A-4E61-95CF-456545F00183}" type="presParOf" srcId="{15211D95-2511-4EFE-839B-B7B674E3D693}" destId="{7DC93460-FA0A-4DCF-AC9B-097ACF96F771}" srcOrd="2" destOrd="0" presId="urn:microsoft.com/office/officeart/2018/2/layout/IconVerticalSolidList"/>
    <dgm:cxn modelId="{4CC837F1-1921-4FD8-99B6-0EC364668117}" type="presParOf" srcId="{15211D95-2511-4EFE-839B-B7B674E3D693}" destId="{6769AABD-E397-426F-AA95-70BB33B6F32E}" srcOrd="3" destOrd="0" presId="urn:microsoft.com/office/officeart/2018/2/layout/IconVerticalSolidList"/>
    <dgm:cxn modelId="{EA7B4C5E-A0A8-44C3-A44A-8AEDB34ED29A}" type="presParOf" srcId="{38FF182D-E382-4C94-BB78-A65EAD988896}" destId="{3EA6FC21-E435-4E3A-829C-860B314F38CF}" srcOrd="1" destOrd="0" presId="urn:microsoft.com/office/officeart/2018/2/layout/IconVerticalSolidList"/>
    <dgm:cxn modelId="{24A42FE4-77BF-4655-ABD9-DFF5060D09EE}" type="presParOf" srcId="{38FF182D-E382-4C94-BB78-A65EAD988896}" destId="{5E74B111-3654-4A18-AED9-D6DE7EED52B6}" srcOrd="2" destOrd="0" presId="urn:microsoft.com/office/officeart/2018/2/layout/IconVerticalSolidList"/>
    <dgm:cxn modelId="{F6B410B0-7D27-4963-BBBB-91D530B21E5F}" type="presParOf" srcId="{5E74B111-3654-4A18-AED9-D6DE7EED52B6}" destId="{95562AD2-9751-4C07-A098-E4ACE4571E1B}" srcOrd="0" destOrd="0" presId="urn:microsoft.com/office/officeart/2018/2/layout/IconVerticalSolidList"/>
    <dgm:cxn modelId="{793BD498-8749-4AC5-841D-FF94E441E0E9}" type="presParOf" srcId="{5E74B111-3654-4A18-AED9-D6DE7EED52B6}" destId="{9FCCC502-5076-4435-B864-65234E8CD8A0}" srcOrd="1" destOrd="0" presId="urn:microsoft.com/office/officeart/2018/2/layout/IconVerticalSolidList"/>
    <dgm:cxn modelId="{5CBBABC4-0AB9-4CCF-AE0F-A871E6322B6D}" type="presParOf" srcId="{5E74B111-3654-4A18-AED9-D6DE7EED52B6}" destId="{F91739DB-99F0-4D0E-A8AA-241C6F773CED}" srcOrd="2" destOrd="0" presId="urn:microsoft.com/office/officeart/2018/2/layout/IconVerticalSolidList"/>
    <dgm:cxn modelId="{BAA06F16-210B-492F-95B7-6FB92ABE259E}" type="presParOf" srcId="{5E74B111-3654-4A18-AED9-D6DE7EED52B6}" destId="{3CAEEAF3-86D7-47EF-89E9-6F6B9E675A15}" srcOrd="3" destOrd="0" presId="urn:microsoft.com/office/officeart/2018/2/layout/IconVerticalSolidList"/>
    <dgm:cxn modelId="{73FB3041-1527-46F4-9552-D7D32207C454}" type="presParOf" srcId="{38FF182D-E382-4C94-BB78-A65EAD988896}" destId="{6AE4C1D2-2EC3-471E-A87B-E226D5730A27}" srcOrd="3" destOrd="0" presId="urn:microsoft.com/office/officeart/2018/2/layout/IconVerticalSolidList"/>
    <dgm:cxn modelId="{8580A1F0-89D9-4E7D-8BEF-CED6C12DE0FC}" type="presParOf" srcId="{38FF182D-E382-4C94-BB78-A65EAD988896}" destId="{0A15CFCB-8AC8-42BA-B1C1-822F8BFFE7A8}" srcOrd="4" destOrd="0" presId="urn:microsoft.com/office/officeart/2018/2/layout/IconVerticalSolidList"/>
    <dgm:cxn modelId="{C740A322-5A12-4AE2-B6A5-713023307031}" type="presParOf" srcId="{0A15CFCB-8AC8-42BA-B1C1-822F8BFFE7A8}" destId="{D2206241-9E69-46EF-BB8D-8373F36B29C9}" srcOrd="0" destOrd="0" presId="urn:microsoft.com/office/officeart/2018/2/layout/IconVerticalSolidList"/>
    <dgm:cxn modelId="{772B7DDA-7595-4CA3-AD20-BC64BAE3299C}" type="presParOf" srcId="{0A15CFCB-8AC8-42BA-B1C1-822F8BFFE7A8}" destId="{2833E214-D397-4614-8885-D9694B37D7EB}" srcOrd="1" destOrd="0" presId="urn:microsoft.com/office/officeart/2018/2/layout/IconVerticalSolidList"/>
    <dgm:cxn modelId="{75320496-ED97-42EE-928C-03996FC934EA}" type="presParOf" srcId="{0A15CFCB-8AC8-42BA-B1C1-822F8BFFE7A8}" destId="{BAF96176-0F18-4050-BE0A-2D3C2D8636E0}" srcOrd="2" destOrd="0" presId="urn:microsoft.com/office/officeart/2018/2/layout/IconVerticalSolidList"/>
    <dgm:cxn modelId="{63FAF323-60B6-46FE-83D1-EF45A32E981C}" type="presParOf" srcId="{0A15CFCB-8AC8-42BA-B1C1-822F8BFFE7A8}" destId="{710BAA2F-82BB-47D7-86DF-4D5155709854}" srcOrd="3" destOrd="0" presId="urn:microsoft.com/office/officeart/2018/2/layout/IconVerticalSolidList"/>
    <dgm:cxn modelId="{49084D32-31F5-45E0-AEDF-5C55A699CB58}" type="presParOf" srcId="{38FF182D-E382-4C94-BB78-A65EAD988896}" destId="{D4CB8540-0877-49D1-B838-338353FA1A67}" srcOrd="5" destOrd="0" presId="urn:microsoft.com/office/officeart/2018/2/layout/IconVerticalSolidList"/>
    <dgm:cxn modelId="{D92B11B1-C0A3-44C8-8FF6-37D057C71A19}" type="presParOf" srcId="{38FF182D-E382-4C94-BB78-A65EAD988896}" destId="{E79CEDCF-0CEE-4E73-AF17-E06F6382762B}" srcOrd="6" destOrd="0" presId="urn:microsoft.com/office/officeart/2018/2/layout/IconVerticalSolidList"/>
    <dgm:cxn modelId="{817B1DED-A9D8-4965-B3D6-2A1617080883}" type="presParOf" srcId="{E79CEDCF-0CEE-4E73-AF17-E06F6382762B}" destId="{4935BD14-DEF1-4555-B6AC-938D7EE63C34}" srcOrd="0" destOrd="0" presId="urn:microsoft.com/office/officeart/2018/2/layout/IconVerticalSolidList"/>
    <dgm:cxn modelId="{06E11041-4B83-48AA-88F3-BF14A5EB7866}" type="presParOf" srcId="{E79CEDCF-0CEE-4E73-AF17-E06F6382762B}" destId="{D08B0C67-EF86-468D-BADF-D7E75A884110}" srcOrd="1" destOrd="0" presId="urn:microsoft.com/office/officeart/2018/2/layout/IconVerticalSolidList"/>
    <dgm:cxn modelId="{0A85CCEE-18FD-41B9-9425-0A4BB8FBCE29}" type="presParOf" srcId="{E79CEDCF-0CEE-4E73-AF17-E06F6382762B}" destId="{4553813C-0A69-42C6-800E-F25994AAA0B0}" srcOrd="2" destOrd="0" presId="urn:microsoft.com/office/officeart/2018/2/layout/IconVerticalSolidList"/>
    <dgm:cxn modelId="{1C5FCFCE-5361-4A0C-A696-36C66AE0B023}" type="presParOf" srcId="{E79CEDCF-0CEE-4E73-AF17-E06F6382762B}" destId="{B2475A3D-FE84-48C3-BDDD-6924D3CD453F}" srcOrd="3" destOrd="0" presId="urn:microsoft.com/office/officeart/2018/2/layout/IconVerticalSolidList"/>
    <dgm:cxn modelId="{2521E641-A558-4861-B423-829494E509E3}" type="presParOf" srcId="{38FF182D-E382-4C94-BB78-A65EAD988896}" destId="{EB67CB61-BE06-49A0-9A81-AFE6E8653FBE}" srcOrd="7" destOrd="0" presId="urn:microsoft.com/office/officeart/2018/2/layout/IconVerticalSolidList"/>
    <dgm:cxn modelId="{962A35BC-FD6E-40AD-8CCA-F094A103A9D5}" type="presParOf" srcId="{38FF182D-E382-4C94-BB78-A65EAD988896}" destId="{D4FAA532-7275-477B-93CF-A09F4A2C4F79}" srcOrd="8" destOrd="0" presId="urn:microsoft.com/office/officeart/2018/2/layout/IconVerticalSolidList"/>
    <dgm:cxn modelId="{8B2C130C-EF28-424E-B2E9-4350421C3F83}" type="presParOf" srcId="{D4FAA532-7275-477B-93CF-A09F4A2C4F79}" destId="{91C11E60-2267-4A96-95FD-0707B06FF861}" srcOrd="0" destOrd="0" presId="urn:microsoft.com/office/officeart/2018/2/layout/IconVerticalSolidList"/>
    <dgm:cxn modelId="{008CB988-B37A-4351-A17A-87CF7B6BB369}" type="presParOf" srcId="{D4FAA532-7275-477B-93CF-A09F4A2C4F79}" destId="{CC4E45B1-69B1-4FC3-A604-43E5DC6656E3}" srcOrd="1" destOrd="0" presId="urn:microsoft.com/office/officeart/2018/2/layout/IconVerticalSolidList"/>
    <dgm:cxn modelId="{34099FEC-DE6E-4A26-9C54-D242C9A1E3C7}" type="presParOf" srcId="{D4FAA532-7275-477B-93CF-A09F4A2C4F79}" destId="{C634A33B-D3F8-4F61-898E-F849A9A2A991}" srcOrd="2" destOrd="0" presId="urn:microsoft.com/office/officeart/2018/2/layout/IconVerticalSolidList"/>
    <dgm:cxn modelId="{98BD4E27-793E-4B44-B819-98C6D5D83A40}" type="presParOf" srcId="{D4FAA532-7275-477B-93CF-A09F4A2C4F79}" destId="{AEF5DAE0-8C5B-46F6-AD60-B633B87F704D}" srcOrd="3" destOrd="0" presId="urn:microsoft.com/office/officeart/2018/2/layout/IconVerticalSolidList"/>
    <dgm:cxn modelId="{C459009F-D287-436A-BE0D-E3A409C44D66}" type="presParOf" srcId="{38FF182D-E382-4C94-BB78-A65EAD988896}" destId="{690274A0-4E9D-47F1-B50D-97691137A627}" srcOrd="9" destOrd="0" presId="urn:microsoft.com/office/officeart/2018/2/layout/IconVerticalSolidList"/>
    <dgm:cxn modelId="{97F8DE6F-CEAA-415F-B61D-2A20B01F0668}" type="presParOf" srcId="{38FF182D-E382-4C94-BB78-A65EAD988896}" destId="{8BD0EFEC-AB9F-4852-8AA1-18ECC16A8AAC}" srcOrd="10" destOrd="0" presId="urn:microsoft.com/office/officeart/2018/2/layout/IconVerticalSolidList"/>
    <dgm:cxn modelId="{8A8EFBF9-74BF-4DB8-9DB0-47761A9E06FC}" type="presParOf" srcId="{8BD0EFEC-AB9F-4852-8AA1-18ECC16A8AAC}" destId="{D9695B71-2D02-4169-86BD-747C02E52FE3}" srcOrd="0" destOrd="0" presId="urn:microsoft.com/office/officeart/2018/2/layout/IconVerticalSolidList"/>
    <dgm:cxn modelId="{0164BB51-E975-4C74-B1B5-A721C79999C6}" type="presParOf" srcId="{8BD0EFEC-AB9F-4852-8AA1-18ECC16A8AAC}" destId="{F4CCEF9D-7D81-4BC2-A312-ADCF9A71EB6A}" srcOrd="1" destOrd="0" presId="urn:microsoft.com/office/officeart/2018/2/layout/IconVerticalSolidList"/>
    <dgm:cxn modelId="{BEBC436C-4BC0-4D2C-B227-C7A5FAC8CC31}" type="presParOf" srcId="{8BD0EFEC-AB9F-4852-8AA1-18ECC16A8AAC}" destId="{446FC62B-E814-40DB-AD8C-9FE799DA8279}" srcOrd="2" destOrd="0" presId="urn:microsoft.com/office/officeart/2018/2/layout/IconVerticalSolidList"/>
    <dgm:cxn modelId="{00022AC4-8E85-42D6-AC07-55071E051C61}" type="presParOf" srcId="{8BD0EFEC-AB9F-4852-8AA1-18ECC16A8AAC}" destId="{D23EBC0F-54E9-4272-BAA8-FF21D5209BEB}" srcOrd="3" destOrd="0" presId="urn:microsoft.com/office/officeart/2018/2/layout/IconVerticalSolidList"/>
    <dgm:cxn modelId="{C2B95E4A-5ADF-4DA3-871E-0972FD314CFE}" type="presParOf" srcId="{38FF182D-E382-4C94-BB78-A65EAD988896}" destId="{394512CD-8465-410F-9D7E-E13F362814EC}" srcOrd="11" destOrd="0" presId="urn:microsoft.com/office/officeart/2018/2/layout/IconVerticalSolidList"/>
    <dgm:cxn modelId="{009A0DBA-0115-4109-8E6B-92D8E5CF361E}" type="presParOf" srcId="{38FF182D-E382-4C94-BB78-A65EAD988896}" destId="{3FBBFA6E-D53A-4A99-983C-8F6747B22EFD}" srcOrd="12" destOrd="0" presId="urn:microsoft.com/office/officeart/2018/2/layout/IconVerticalSolidList"/>
    <dgm:cxn modelId="{049475CF-D820-4400-8C9D-9A2986B4021A}" type="presParOf" srcId="{3FBBFA6E-D53A-4A99-983C-8F6747B22EFD}" destId="{1013A944-ED30-46A3-8992-681E7BCDFF15}" srcOrd="0" destOrd="0" presId="urn:microsoft.com/office/officeart/2018/2/layout/IconVerticalSolidList"/>
    <dgm:cxn modelId="{AF0212AC-1029-4A0A-8FF2-8B3D41DF4219}" type="presParOf" srcId="{3FBBFA6E-D53A-4A99-983C-8F6747B22EFD}" destId="{512BD323-BF84-448B-97B4-DF55D4BF419B}" srcOrd="1" destOrd="0" presId="urn:microsoft.com/office/officeart/2018/2/layout/IconVerticalSolidList"/>
    <dgm:cxn modelId="{5512C73E-FE6C-4DAE-874A-DAE8ABEFB501}" type="presParOf" srcId="{3FBBFA6E-D53A-4A99-983C-8F6747B22EFD}" destId="{9C810B36-C54D-4E70-8A6F-07524563EC84}" srcOrd="2" destOrd="0" presId="urn:microsoft.com/office/officeart/2018/2/layout/IconVerticalSolidList"/>
    <dgm:cxn modelId="{647913FE-57E2-4B3C-B6E1-FBFB950A445E}" type="presParOf" srcId="{3FBBFA6E-D53A-4A99-983C-8F6747B22EFD}" destId="{CFB97D72-3472-4538-BAC7-93BCA9DE80E9}" srcOrd="3" destOrd="0" presId="urn:microsoft.com/office/officeart/2018/2/layout/IconVerticalSolidList"/>
    <dgm:cxn modelId="{3525474F-42E5-4C52-8793-1B227B2D947E}" type="presParOf" srcId="{38FF182D-E382-4C94-BB78-A65EAD988896}" destId="{4FD3D189-261C-4D52-B96D-0C0DC4CCCE2E}" srcOrd="13" destOrd="0" presId="urn:microsoft.com/office/officeart/2018/2/layout/IconVerticalSolidList"/>
    <dgm:cxn modelId="{6C6E224E-80A6-4212-93E3-1995ED592907}" type="presParOf" srcId="{38FF182D-E382-4C94-BB78-A65EAD988896}" destId="{62C490A3-95FD-468B-AACC-4F0D15ABCE13}" srcOrd="14" destOrd="0" presId="urn:microsoft.com/office/officeart/2018/2/layout/IconVerticalSolidList"/>
    <dgm:cxn modelId="{E6076C16-4AFE-412E-9D4A-C63AF9BABFDB}" type="presParOf" srcId="{62C490A3-95FD-468B-AACC-4F0D15ABCE13}" destId="{7F6390B9-9041-440C-9216-BC13AF9785FE}" srcOrd="0" destOrd="0" presId="urn:microsoft.com/office/officeart/2018/2/layout/IconVerticalSolidList"/>
    <dgm:cxn modelId="{01DD5389-A703-4F77-810F-FF4ED57A218E}" type="presParOf" srcId="{62C490A3-95FD-468B-AACC-4F0D15ABCE13}" destId="{1699134B-5162-4DA9-B301-F8B0F8564870}" srcOrd="1" destOrd="0" presId="urn:microsoft.com/office/officeart/2018/2/layout/IconVerticalSolidList"/>
    <dgm:cxn modelId="{5B68B119-354B-40EB-A787-B62061C2A4EF}" type="presParOf" srcId="{62C490A3-95FD-468B-AACC-4F0D15ABCE13}" destId="{07BB71D2-3C7A-44A9-9521-3BDEEE87E950}" srcOrd="2" destOrd="0" presId="urn:microsoft.com/office/officeart/2018/2/layout/IconVerticalSolidList"/>
    <dgm:cxn modelId="{DAA997BD-3DD8-4404-84E6-4E1BB7087F70}" type="presParOf" srcId="{62C490A3-95FD-468B-AACC-4F0D15ABCE13}" destId="{C417FA90-227D-4C92-843F-25B31A2EE6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F9FE35-E5CB-48FD-B900-65F4794A21BF}" type="doc">
      <dgm:prSet loTypeId="urn:microsoft.com/office/officeart/2005/8/layout/default" loCatId="list" qsTypeId="urn:microsoft.com/office/officeart/2005/8/quickstyle/simple1" qsCatId="simple" csTypeId="urn:microsoft.com/office/officeart/2005/8/colors/accent4_3" csCatId="accent4"/>
      <dgm:spPr/>
      <dgm:t>
        <a:bodyPr/>
        <a:lstStyle/>
        <a:p>
          <a:endParaRPr lang="en-US"/>
        </a:p>
      </dgm:t>
    </dgm:pt>
    <dgm:pt modelId="{BDDB65A5-C779-4761-909A-5A0D4C16E8FF}">
      <dgm:prSet/>
      <dgm:spPr/>
      <dgm:t>
        <a:bodyPr/>
        <a:lstStyle/>
        <a:p>
          <a:r>
            <a:rPr lang="en-US" b="1"/>
            <a:t>Use Agile when:</a:t>
          </a:r>
          <a:endParaRPr lang="en-US"/>
        </a:p>
      </dgm:t>
    </dgm:pt>
    <dgm:pt modelId="{51E73524-0653-4220-9367-05BDF506C2D4}" type="parTrans" cxnId="{C814D6D8-284C-4390-8435-6C539A561D79}">
      <dgm:prSet/>
      <dgm:spPr/>
      <dgm:t>
        <a:bodyPr/>
        <a:lstStyle/>
        <a:p>
          <a:endParaRPr lang="en-US"/>
        </a:p>
      </dgm:t>
    </dgm:pt>
    <dgm:pt modelId="{7E384984-D3D3-4D48-9BB6-90ECE40C9AD1}" type="sibTrans" cxnId="{C814D6D8-284C-4390-8435-6C539A561D79}">
      <dgm:prSet/>
      <dgm:spPr/>
      <dgm:t>
        <a:bodyPr/>
        <a:lstStyle/>
        <a:p>
          <a:endParaRPr lang="en-US"/>
        </a:p>
      </dgm:t>
    </dgm:pt>
    <dgm:pt modelId="{90F1364A-A2AC-4910-BC06-C3ADF604EA88}">
      <dgm:prSet/>
      <dgm:spPr/>
      <dgm:t>
        <a:bodyPr/>
        <a:lstStyle/>
        <a:p>
          <a:r>
            <a:rPr lang="en-US"/>
            <a:t>Requirements may change </a:t>
          </a:r>
        </a:p>
      </dgm:t>
    </dgm:pt>
    <dgm:pt modelId="{B01D6162-A007-4093-8546-F621101B8419}" type="parTrans" cxnId="{93FC0D2C-00B8-45D0-903A-64256715E728}">
      <dgm:prSet/>
      <dgm:spPr/>
      <dgm:t>
        <a:bodyPr/>
        <a:lstStyle/>
        <a:p>
          <a:endParaRPr lang="en-US"/>
        </a:p>
      </dgm:t>
    </dgm:pt>
    <dgm:pt modelId="{EE7A027E-C226-426F-9432-CA117CDDE8EE}" type="sibTrans" cxnId="{93FC0D2C-00B8-45D0-903A-64256715E728}">
      <dgm:prSet/>
      <dgm:spPr/>
      <dgm:t>
        <a:bodyPr/>
        <a:lstStyle/>
        <a:p>
          <a:endParaRPr lang="en-US"/>
        </a:p>
      </dgm:t>
    </dgm:pt>
    <dgm:pt modelId="{E978FC83-9CBD-4D97-B4CB-C786B6C6354C}">
      <dgm:prSet/>
      <dgm:spPr/>
      <dgm:t>
        <a:bodyPr/>
        <a:lstStyle/>
        <a:p>
          <a:r>
            <a:rPr lang="en-US"/>
            <a:t>Frequent feedback is needed </a:t>
          </a:r>
        </a:p>
      </dgm:t>
    </dgm:pt>
    <dgm:pt modelId="{77F40182-6154-4DCB-A4A1-3FA3D374E048}" type="parTrans" cxnId="{2C95A2B9-59E1-495F-ADC4-AF20D27BD14C}">
      <dgm:prSet/>
      <dgm:spPr/>
      <dgm:t>
        <a:bodyPr/>
        <a:lstStyle/>
        <a:p>
          <a:endParaRPr lang="en-US"/>
        </a:p>
      </dgm:t>
    </dgm:pt>
    <dgm:pt modelId="{3A6DB942-6A81-4F75-AE64-78603DB9F017}" type="sibTrans" cxnId="{2C95A2B9-59E1-495F-ADC4-AF20D27BD14C}">
      <dgm:prSet/>
      <dgm:spPr/>
      <dgm:t>
        <a:bodyPr/>
        <a:lstStyle/>
        <a:p>
          <a:endParaRPr lang="en-US"/>
        </a:p>
      </dgm:t>
    </dgm:pt>
    <dgm:pt modelId="{0C69538E-CE89-417C-8285-2AD3E0FAF481}">
      <dgm:prSet/>
      <dgm:spPr/>
      <dgm:t>
        <a:bodyPr/>
        <a:lstStyle/>
        <a:p>
          <a:r>
            <a:rPr lang="en-US"/>
            <a:t>Fast delivery is important </a:t>
          </a:r>
        </a:p>
      </dgm:t>
    </dgm:pt>
    <dgm:pt modelId="{E4A17598-931A-4358-8912-46112BBBA9CB}" type="parTrans" cxnId="{2F48B03D-28E5-4399-8BF3-BAF381670C9B}">
      <dgm:prSet/>
      <dgm:spPr/>
      <dgm:t>
        <a:bodyPr/>
        <a:lstStyle/>
        <a:p>
          <a:endParaRPr lang="en-US"/>
        </a:p>
      </dgm:t>
    </dgm:pt>
    <dgm:pt modelId="{758B0A1C-3040-4686-A764-25FCB4913E1A}" type="sibTrans" cxnId="{2F48B03D-28E5-4399-8BF3-BAF381670C9B}">
      <dgm:prSet/>
      <dgm:spPr/>
      <dgm:t>
        <a:bodyPr/>
        <a:lstStyle/>
        <a:p>
          <a:endParaRPr lang="en-US"/>
        </a:p>
      </dgm:t>
    </dgm:pt>
    <dgm:pt modelId="{39E27ACA-220E-491F-B174-C102A1C51007}">
      <dgm:prSet/>
      <dgm:spPr/>
      <dgm:t>
        <a:bodyPr/>
        <a:lstStyle/>
        <a:p>
          <a:r>
            <a:rPr lang="en-US" b="1"/>
            <a:t>Use Waterfall when:</a:t>
          </a:r>
          <a:endParaRPr lang="en-US"/>
        </a:p>
      </dgm:t>
    </dgm:pt>
    <dgm:pt modelId="{0EF78FD7-A689-4419-B6F0-32BAD4874612}" type="parTrans" cxnId="{8158F67E-F454-44C7-BE1A-19C4C2521990}">
      <dgm:prSet/>
      <dgm:spPr/>
      <dgm:t>
        <a:bodyPr/>
        <a:lstStyle/>
        <a:p>
          <a:endParaRPr lang="en-US"/>
        </a:p>
      </dgm:t>
    </dgm:pt>
    <dgm:pt modelId="{FD4E4685-C24C-4719-BBDA-CDA9C030BB65}" type="sibTrans" cxnId="{8158F67E-F454-44C7-BE1A-19C4C2521990}">
      <dgm:prSet/>
      <dgm:spPr/>
      <dgm:t>
        <a:bodyPr/>
        <a:lstStyle/>
        <a:p>
          <a:endParaRPr lang="en-US"/>
        </a:p>
      </dgm:t>
    </dgm:pt>
    <dgm:pt modelId="{BD4A68B5-B6A5-4B13-911E-78B86B435EF3}">
      <dgm:prSet/>
      <dgm:spPr/>
      <dgm:t>
        <a:bodyPr/>
        <a:lstStyle/>
        <a:p>
          <a:r>
            <a:rPr lang="en-US"/>
            <a:t>Requirements are fixed </a:t>
          </a:r>
        </a:p>
      </dgm:t>
    </dgm:pt>
    <dgm:pt modelId="{1C2A1643-D68A-46EF-9265-7B1693C999B6}" type="parTrans" cxnId="{F799BE82-31E2-4BB6-8C7C-1BCDE40B1EC3}">
      <dgm:prSet/>
      <dgm:spPr/>
      <dgm:t>
        <a:bodyPr/>
        <a:lstStyle/>
        <a:p>
          <a:endParaRPr lang="en-US"/>
        </a:p>
      </dgm:t>
    </dgm:pt>
    <dgm:pt modelId="{510489A9-0B3C-4EB1-AA60-A81B5BC6BA16}" type="sibTrans" cxnId="{F799BE82-31E2-4BB6-8C7C-1BCDE40B1EC3}">
      <dgm:prSet/>
      <dgm:spPr/>
      <dgm:t>
        <a:bodyPr/>
        <a:lstStyle/>
        <a:p>
          <a:endParaRPr lang="en-US"/>
        </a:p>
      </dgm:t>
    </dgm:pt>
    <dgm:pt modelId="{0465617E-7321-4CE1-83EE-FCA22A38C695}">
      <dgm:prSet/>
      <dgm:spPr/>
      <dgm:t>
        <a:bodyPr/>
        <a:lstStyle/>
        <a:p>
          <a:r>
            <a:rPr lang="en-US"/>
            <a:t>Project is predictable </a:t>
          </a:r>
        </a:p>
      </dgm:t>
    </dgm:pt>
    <dgm:pt modelId="{BF5F35BE-215D-495D-A59C-EDB37662D124}" type="parTrans" cxnId="{30D5BD30-C8EA-4C41-9C7A-9E4AE38CBB67}">
      <dgm:prSet/>
      <dgm:spPr/>
      <dgm:t>
        <a:bodyPr/>
        <a:lstStyle/>
        <a:p>
          <a:endParaRPr lang="en-US"/>
        </a:p>
      </dgm:t>
    </dgm:pt>
    <dgm:pt modelId="{25F68BC5-33EB-4997-90DF-E179499BCDBF}" type="sibTrans" cxnId="{30D5BD30-C8EA-4C41-9C7A-9E4AE38CBB67}">
      <dgm:prSet/>
      <dgm:spPr/>
      <dgm:t>
        <a:bodyPr/>
        <a:lstStyle/>
        <a:p>
          <a:endParaRPr lang="en-US"/>
        </a:p>
      </dgm:t>
    </dgm:pt>
    <dgm:pt modelId="{742BA0A5-29A4-48D2-B541-8C035E574F2D}">
      <dgm:prSet/>
      <dgm:spPr/>
      <dgm:t>
        <a:bodyPr/>
        <a:lstStyle/>
        <a:p>
          <a:r>
            <a:rPr lang="en-US"/>
            <a:t>Detailed planning is required</a:t>
          </a:r>
        </a:p>
      </dgm:t>
    </dgm:pt>
    <dgm:pt modelId="{AB660BD9-BA64-48C8-856E-C9A55F19EB9B}" type="parTrans" cxnId="{99B0574F-FD0D-466C-8474-D6D5D34B571F}">
      <dgm:prSet/>
      <dgm:spPr/>
      <dgm:t>
        <a:bodyPr/>
        <a:lstStyle/>
        <a:p>
          <a:endParaRPr lang="en-US"/>
        </a:p>
      </dgm:t>
    </dgm:pt>
    <dgm:pt modelId="{EF9C5631-5C47-46D5-9164-1FBC8FA974B0}" type="sibTrans" cxnId="{99B0574F-FD0D-466C-8474-D6D5D34B571F}">
      <dgm:prSet/>
      <dgm:spPr/>
      <dgm:t>
        <a:bodyPr/>
        <a:lstStyle/>
        <a:p>
          <a:endParaRPr lang="en-US"/>
        </a:p>
      </dgm:t>
    </dgm:pt>
    <dgm:pt modelId="{6B9AC5FC-2A75-4114-A5F2-1D8B2F82A8CD}" type="pres">
      <dgm:prSet presAssocID="{EEF9FE35-E5CB-48FD-B900-65F4794A21BF}" presName="diagram" presStyleCnt="0">
        <dgm:presLayoutVars>
          <dgm:dir/>
          <dgm:resizeHandles val="exact"/>
        </dgm:presLayoutVars>
      </dgm:prSet>
      <dgm:spPr/>
    </dgm:pt>
    <dgm:pt modelId="{0191E5CC-4B54-45B9-AAFC-923B06B6C8E3}" type="pres">
      <dgm:prSet presAssocID="{BDDB65A5-C779-4761-909A-5A0D4C16E8FF}" presName="node" presStyleLbl="node1" presStyleIdx="0" presStyleCnt="8">
        <dgm:presLayoutVars>
          <dgm:bulletEnabled val="1"/>
        </dgm:presLayoutVars>
      </dgm:prSet>
      <dgm:spPr/>
    </dgm:pt>
    <dgm:pt modelId="{83F06845-2271-4A98-A15D-174B88EF0960}" type="pres">
      <dgm:prSet presAssocID="{7E384984-D3D3-4D48-9BB6-90ECE40C9AD1}" presName="sibTrans" presStyleCnt="0"/>
      <dgm:spPr/>
    </dgm:pt>
    <dgm:pt modelId="{1CFFA643-E067-4A87-86E9-4EC02CC9B887}" type="pres">
      <dgm:prSet presAssocID="{90F1364A-A2AC-4910-BC06-C3ADF604EA88}" presName="node" presStyleLbl="node1" presStyleIdx="1" presStyleCnt="8">
        <dgm:presLayoutVars>
          <dgm:bulletEnabled val="1"/>
        </dgm:presLayoutVars>
      </dgm:prSet>
      <dgm:spPr/>
    </dgm:pt>
    <dgm:pt modelId="{388EFC40-DE64-4BF6-9A83-48D9773036EE}" type="pres">
      <dgm:prSet presAssocID="{EE7A027E-C226-426F-9432-CA117CDDE8EE}" presName="sibTrans" presStyleCnt="0"/>
      <dgm:spPr/>
    </dgm:pt>
    <dgm:pt modelId="{19B0C413-55B1-4149-AD8D-86320FADF82F}" type="pres">
      <dgm:prSet presAssocID="{E978FC83-9CBD-4D97-B4CB-C786B6C6354C}" presName="node" presStyleLbl="node1" presStyleIdx="2" presStyleCnt="8">
        <dgm:presLayoutVars>
          <dgm:bulletEnabled val="1"/>
        </dgm:presLayoutVars>
      </dgm:prSet>
      <dgm:spPr/>
    </dgm:pt>
    <dgm:pt modelId="{05B57454-8B63-4777-A6CD-DA333280FF9B}" type="pres">
      <dgm:prSet presAssocID="{3A6DB942-6A81-4F75-AE64-78603DB9F017}" presName="sibTrans" presStyleCnt="0"/>
      <dgm:spPr/>
    </dgm:pt>
    <dgm:pt modelId="{FA1CB2EE-45A2-4A0F-B5B4-855ADBEE857C}" type="pres">
      <dgm:prSet presAssocID="{0C69538E-CE89-417C-8285-2AD3E0FAF481}" presName="node" presStyleLbl="node1" presStyleIdx="3" presStyleCnt="8">
        <dgm:presLayoutVars>
          <dgm:bulletEnabled val="1"/>
        </dgm:presLayoutVars>
      </dgm:prSet>
      <dgm:spPr/>
    </dgm:pt>
    <dgm:pt modelId="{860A5EAB-9C8D-4BD9-B24F-C7366710DEE5}" type="pres">
      <dgm:prSet presAssocID="{758B0A1C-3040-4686-A764-25FCB4913E1A}" presName="sibTrans" presStyleCnt="0"/>
      <dgm:spPr/>
    </dgm:pt>
    <dgm:pt modelId="{FD096077-C0FA-46DF-A207-56B4D29F3B76}" type="pres">
      <dgm:prSet presAssocID="{39E27ACA-220E-491F-B174-C102A1C51007}" presName="node" presStyleLbl="node1" presStyleIdx="4" presStyleCnt="8">
        <dgm:presLayoutVars>
          <dgm:bulletEnabled val="1"/>
        </dgm:presLayoutVars>
      </dgm:prSet>
      <dgm:spPr/>
    </dgm:pt>
    <dgm:pt modelId="{EF918384-4610-4D8A-ACC1-C98EEDFD8936}" type="pres">
      <dgm:prSet presAssocID="{FD4E4685-C24C-4719-BBDA-CDA9C030BB65}" presName="sibTrans" presStyleCnt="0"/>
      <dgm:spPr/>
    </dgm:pt>
    <dgm:pt modelId="{37814480-B0B3-4186-B964-AE4CA92C2E67}" type="pres">
      <dgm:prSet presAssocID="{BD4A68B5-B6A5-4B13-911E-78B86B435EF3}" presName="node" presStyleLbl="node1" presStyleIdx="5" presStyleCnt="8">
        <dgm:presLayoutVars>
          <dgm:bulletEnabled val="1"/>
        </dgm:presLayoutVars>
      </dgm:prSet>
      <dgm:spPr/>
    </dgm:pt>
    <dgm:pt modelId="{7993EC5C-D5CD-4301-8D4B-DC35E748255A}" type="pres">
      <dgm:prSet presAssocID="{510489A9-0B3C-4EB1-AA60-A81B5BC6BA16}" presName="sibTrans" presStyleCnt="0"/>
      <dgm:spPr/>
    </dgm:pt>
    <dgm:pt modelId="{8C34D77D-AE08-411A-9A0F-39459469ED31}" type="pres">
      <dgm:prSet presAssocID="{0465617E-7321-4CE1-83EE-FCA22A38C695}" presName="node" presStyleLbl="node1" presStyleIdx="6" presStyleCnt="8">
        <dgm:presLayoutVars>
          <dgm:bulletEnabled val="1"/>
        </dgm:presLayoutVars>
      </dgm:prSet>
      <dgm:spPr/>
    </dgm:pt>
    <dgm:pt modelId="{495F36DD-E616-4A95-9BBC-B93919606376}" type="pres">
      <dgm:prSet presAssocID="{25F68BC5-33EB-4997-90DF-E179499BCDBF}" presName="sibTrans" presStyleCnt="0"/>
      <dgm:spPr/>
    </dgm:pt>
    <dgm:pt modelId="{56751D25-A3D2-4C3D-AF07-A2C1397DDA60}" type="pres">
      <dgm:prSet presAssocID="{742BA0A5-29A4-48D2-B541-8C035E574F2D}" presName="node" presStyleLbl="node1" presStyleIdx="7" presStyleCnt="8">
        <dgm:presLayoutVars>
          <dgm:bulletEnabled val="1"/>
        </dgm:presLayoutVars>
      </dgm:prSet>
      <dgm:spPr/>
    </dgm:pt>
  </dgm:ptLst>
  <dgm:cxnLst>
    <dgm:cxn modelId="{EF181801-F2FE-4A07-AA8C-17D1E51307F3}" type="presOf" srcId="{E978FC83-9CBD-4D97-B4CB-C786B6C6354C}" destId="{19B0C413-55B1-4149-AD8D-86320FADF82F}" srcOrd="0" destOrd="0" presId="urn:microsoft.com/office/officeart/2005/8/layout/default"/>
    <dgm:cxn modelId="{91A8DD0C-0FB3-446A-A524-C3D57038859C}" type="presOf" srcId="{BD4A68B5-B6A5-4B13-911E-78B86B435EF3}" destId="{37814480-B0B3-4186-B964-AE4CA92C2E67}" srcOrd="0" destOrd="0" presId="urn:microsoft.com/office/officeart/2005/8/layout/default"/>
    <dgm:cxn modelId="{DEF35227-4618-4C8F-BB98-2A9DF8DD3D35}" type="presOf" srcId="{0C69538E-CE89-417C-8285-2AD3E0FAF481}" destId="{FA1CB2EE-45A2-4A0F-B5B4-855ADBEE857C}" srcOrd="0" destOrd="0" presId="urn:microsoft.com/office/officeart/2005/8/layout/default"/>
    <dgm:cxn modelId="{93FC0D2C-00B8-45D0-903A-64256715E728}" srcId="{EEF9FE35-E5CB-48FD-B900-65F4794A21BF}" destId="{90F1364A-A2AC-4910-BC06-C3ADF604EA88}" srcOrd="1" destOrd="0" parTransId="{B01D6162-A007-4093-8546-F621101B8419}" sibTransId="{EE7A027E-C226-426F-9432-CA117CDDE8EE}"/>
    <dgm:cxn modelId="{30D5BD30-C8EA-4C41-9C7A-9E4AE38CBB67}" srcId="{EEF9FE35-E5CB-48FD-B900-65F4794A21BF}" destId="{0465617E-7321-4CE1-83EE-FCA22A38C695}" srcOrd="6" destOrd="0" parTransId="{BF5F35BE-215D-495D-A59C-EDB37662D124}" sibTransId="{25F68BC5-33EB-4997-90DF-E179499BCDBF}"/>
    <dgm:cxn modelId="{2F48B03D-28E5-4399-8BF3-BAF381670C9B}" srcId="{EEF9FE35-E5CB-48FD-B900-65F4794A21BF}" destId="{0C69538E-CE89-417C-8285-2AD3E0FAF481}" srcOrd="3" destOrd="0" parTransId="{E4A17598-931A-4358-8912-46112BBBA9CB}" sibTransId="{758B0A1C-3040-4686-A764-25FCB4913E1A}"/>
    <dgm:cxn modelId="{B97D6961-DF48-4426-9EA7-362CAA2B1467}" type="presOf" srcId="{39E27ACA-220E-491F-B174-C102A1C51007}" destId="{FD096077-C0FA-46DF-A207-56B4D29F3B76}" srcOrd="0" destOrd="0" presId="urn:microsoft.com/office/officeart/2005/8/layout/default"/>
    <dgm:cxn modelId="{99B0574F-FD0D-466C-8474-D6D5D34B571F}" srcId="{EEF9FE35-E5CB-48FD-B900-65F4794A21BF}" destId="{742BA0A5-29A4-48D2-B541-8C035E574F2D}" srcOrd="7" destOrd="0" parTransId="{AB660BD9-BA64-48C8-856E-C9A55F19EB9B}" sibTransId="{EF9C5631-5C47-46D5-9164-1FBC8FA974B0}"/>
    <dgm:cxn modelId="{0CAE2B74-CE14-4FEC-8DF9-2BA5CB469977}" type="presOf" srcId="{90F1364A-A2AC-4910-BC06-C3ADF604EA88}" destId="{1CFFA643-E067-4A87-86E9-4EC02CC9B887}" srcOrd="0" destOrd="0" presId="urn:microsoft.com/office/officeart/2005/8/layout/default"/>
    <dgm:cxn modelId="{9C1FB974-3C38-4548-A1F7-FE0C8A0855C5}" type="presOf" srcId="{EEF9FE35-E5CB-48FD-B900-65F4794A21BF}" destId="{6B9AC5FC-2A75-4114-A5F2-1D8B2F82A8CD}" srcOrd="0" destOrd="0" presId="urn:microsoft.com/office/officeart/2005/8/layout/default"/>
    <dgm:cxn modelId="{AE0C347A-D13B-410E-93BD-92A0B18D3F9A}" type="presOf" srcId="{BDDB65A5-C779-4761-909A-5A0D4C16E8FF}" destId="{0191E5CC-4B54-45B9-AAFC-923B06B6C8E3}" srcOrd="0" destOrd="0" presId="urn:microsoft.com/office/officeart/2005/8/layout/default"/>
    <dgm:cxn modelId="{8158F67E-F454-44C7-BE1A-19C4C2521990}" srcId="{EEF9FE35-E5CB-48FD-B900-65F4794A21BF}" destId="{39E27ACA-220E-491F-B174-C102A1C51007}" srcOrd="4" destOrd="0" parTransId="{0EF78FD7-A689-4419-B6F0-32BAD4874612}" sibTransId="{FD4E4685-C24C-4719-BBDA-CDA9C030BB65}"/>
    <dgm:cxn modelId="{F799BE82-31E2-4BB6-8C7C-1BCDE40B1EC3}" srcId="{EEF9FE35-E5CB-48FD-B900-65F4794A21BF}" destId="{BD4A68B5-B6A5-4B13-911E-78B86B435EF3}" srcOrd="5" destOrd="0" parTransId="{1C2A1643-D68A-46EF-9265-7B1693C999B6}" sibTransId="{510489A9-0B3C-4EB1-AA60-A81B5BC6BA16}"/>
    <dgm:cxn modelId="{2C95A2B9-59E1-495F-ADC4-AF20D27BD14C}" srcId="{EEF9FE35-E5CB-48FD-B900-65F4794A21BF}" destId="{E978FC83-9CBD-4D97-B4CB-C786B6C6354C}" srcOrd="2" destOrd="0" parTransId="{77F40182-6154-4DCB-A4A1-3FA3D374E048}" sibTransId="{3A6DB942-6A81-4F75-AE64-78603DB9F017}"/>
    <dgm:cxn modelId="{282E89C7-BCC0-4271-89DF-371D147CBD19}" type="presOf" srcId="{0465617E-7321-4CE1-83EE-FCA22A38C695}" destId="{8C34D77D-AE08-411A-9A0F-39459469ED31}" srcOrd="0" destOrd="0" presId="urn:microsoft.com/office/officeart/2005/8/layout/default"/>
    <dgm:cxn modelId="{C814D6D8-284C-4390-8435-6C539A561D79}" srcId="{EEF9FE35-E5CB-48FD-B900-65F4794A21BF}" destId="{BDDB65A5-C779-4761-909A-5A0D4C16E8FF}" srcOrd="0" destOrd="0" parTransId="{51E73524-0653-4220-9367-05BDF506C2D4}" sibTransId="{7E384984-D3D3-4D48-9BB6-90ECE40C9AD1}"/>
    <dgm:cxn modelId="{E225BBE0-E1BA-4878-9A5F-B6E6A2E81898}" type="presOf" srcId="{742BA0A5-29A4-48D2-B541-8C035E574F2D}" destId="{56751D25-A3D2-4C3D-AF07-A2C1397DDA60}" srcOrd="0" destOrd="0" presId="urn:microsoft.com/office/officeart/2005/8/layout/default"/>
    <dgm:cxn modelId="{4357C718-28B9-4178-A042-140A6524FB0A}" type="presParOf" srcId="{6B9AC5FC-2A75-4114-A5F2-1D8B2F82A8CD}" destId="{0191E5CC-4B54-45B9-AAFC-923B06B6C8E3}" srcOrd="0" destOrd="0" presId="urn:microsoft.com/office/officeart/2005/8/layout/default"/>
    <dgm:cxn modelId="{65536997-7B4F-4D6B-9175-7F4E2ED6A105}" type="presParOf" srcId="{6B9AC5FC-2A75-4114-A5F2-1D8B2F82A8CD}" destId="{83F06845-2271-4A98-A15D-174B88EF0960}" srcOrd="1" destOrd="0" presId="urn:microsoft.com/office/officeart/2005/8/layout/default"/>
    <dgm:cxn modelId="{1B94C2C6-A90C-4CFB-B623-ECF7DBB668BF}" type="presParOf" srcId="{6B9AC5FC-2A75-4114-A5F2-1D8B2F82A8CD}" destId="{1CFFA643-E067-4A87-86E9-4EC02CC9B887}" srcOrd="2" destOrd="0" presId="urn:microsoft.com/office/officeart/2005/8/layout/default"/>
    <dgm:cxn modelId="{AD5F331D-75A2-4800-B868-BD41DA71CD06}" type="presParOf" srcId="{6B9AC5FC-2A75-4114-A5F2-1D8B2F82A8CD}" destId="{388EFC40-DE64-4BF6-9A83-48D9773036EE}" srcOrd="3" destOrd="0" presId="urn:microsoft.com/office/officeart/2005/8/layout/default"/>
    <dgm:cxn modelId="{C6F9B3B6-B674-418F-B375-BF297AE3318A}" type="presParOf" srcId="{6B9AC5FC-2A75-4114-A5F2-1D8B2F82A8CD}" destId="{19B0C413-55B1-4149-AD8D-86320FADF82F}" srcOrd="4" destOrd="0" presId="urn:microsoft.com/office/officeart/2005/8/layout/default"/>
    <dgm:cxn modelId="{F6D81D0B-8B21-45C0-9DBC-3CDB557C2933}" type="presParOf" srcId="{6B9AC5FC-2A75-4114-A5F2-1D8B2F82A8CD}" destId="{05B57454-8B63-4777-A6CD-DA333280FF9B}" srcOrd="5" destOrd="0" presId="urn:microsoft.com/office/officeart/2005/8/layout/default"/>
    <dgm:cxn modelId="{6D87F3E7-9F79-403B-93E3-E5CE0970DE9D}" type="presParOf" srcId="{6B9AC5FC-2A75-4114-A5F2-1D8B2F82A8CD}" destId="{FA1CB2EE-45A2-4A0F-B5B4-855ADBEE857C}" srcOrd="6" destOrd="0" presId="urn:microsoft.com/office/officeart/2005/8/layout/default"/>
    <dgm:cxn modelId="{4F495301-CA1D-4FDB-AC93-230001A599A1}" type="presParOf" srcId="{6B9AC5FC-2A75-4114-A5F2-1D8B2F82A8CD}" destId="{860A5EAB-9C8D-4BD9-B24F-C7366710DEE5}" srcOrd="7" destOrd="0" presId="urn:microsoft.com/office/officeart/2005/8/layout/default"/>
    <dgm:cxn modelId="{BF7FDD60-98FF-494D-8FBD-EA1FA68F5489}" type="presParOf" srcId="{6B9AC5FC-2A75-4114-A5F2-1D8B2F82A8CD}" destId="{FD096077-C0FA-46DF-A207-56B4D29F3B76}" srcOrd="8" destOrd="0" presId="urn:microsoft.com/office/officeart/2005/8/layout/default"/>
    <dgm:cxn modelId="{DBDA9DEE-4EDD-467B-BDA8-F462011D33EF}" type="presParOf" srcId="{6B9AC5FC-2A75-4114-A5F2-1D8B2F82A8CD}" destId="{EF918384-4610-4D8A-ACC1-C98EEDFD8936}" srcOrd="9" destOrd="0" presId="urn:microsoft.com/office/officeart/2005/8/layout/default"/>
    <dgm:cxn modelId="{E57A3B6B-A0F2-4E18-8E46-81EFD84FBB83}" type="presParOf" srcId="{6B9AC5FC-2A75-4114-A5F2-1D8B2F82A8CD}" destId="{37814480-B0B3-4186-B964-AE4CA92C2E67}" srcOrd="10" destOrd="0" presId="urn:microsoft.com/office/officeart/2005/8/layout/default"/>
    <dgm:cxn modelId="{88B61B20-06CC-47DF-8550-BE8E23A4A719}" type="presParOf" srcId="{6B9AC5FC-2A75-4114-A5F2-1D8B2F82A8CD}" destId="{7993EC5C-D5CD-4301-8D4B-DC35E748255A}" srcOrd="11" destOrd="0" presId="urn:microsoft.com/office/officeart/2005/8/layout/default"/>
    <dgm:cxn modelId="{DF92BD9B-1B83-40C6-8853-10E0A08239F4}" type="presParOf" srcId="{6B9AC5FC-2A75-4114-A5F2-1D8B2F82A8CD}" destId="{8C34D77D-AE08-411A-9A0F-39459469ED31}" srcOrd="12" destOrd="0" presId="urn:microsoft.com/office/officeart/2005/8/layout/default"/>
    <dgm:cxn modelId="{C95DB4C2-A09F-46B0-BA14-81F235A11B14}" type="presParOf" srcId="{6B9AC5FC-2A75-4114-A5F2-1D8B2F82A8CD}" destId="{495F36DD-E616-4A95-9BBC-B93919606376}" srcOrd="13" destOrd="0" presId="urn:microsoft.com/office/officeart/2005/8/layout/default"/>
    <dgm:cxn modelId="{0AFEE1C8-3ADE-4801-9335-783D6E5E0F5A}" type="presParOf" srcId="{6B9AC5FC-2A75-4114-A5F2-1D8B2F82A8CD}" destId="{56751D25-A3D2-4C3D-AF07-A2C1397DDA6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7FAF0-EEBC-4135-B897-945875894004}">
      <dsp:nvSpPr>
        <dsp:cNvPr id="0" name=""/>
        <dsp:cNvSpPr/>
      </dsp:nvSpPr>
      <dsp:spPr>
        <a:xfrm>
          <a:off x="794317" y="238"/>
          <a:ext cx="985412" cy="985412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BD6A0-BE72-4D03-AB47-A2FD2689E6DA}">
      <dsp:nvSpPr>
        <dsp:cNvPr id="0" name=""/>
        <dsp:cNvSpPr/>
      </dsp:nvSpPr>
      <dsp:spPr>
        <a:xfrm>
          <a:off x="1004323" y="210244"/>
          <a:ext cx="565400" cy="56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B23D1-C2B2-4631-B166-EA126EEEC068}">
      <dsp:nvSpPr>
        <dsp:cNvPr id="0" name=""/>
        <dsp:cNvSpPr/>
      </dsp:nvSpPr>
      <dsp:spPr>
        <a:xfrm>
          <a:off x="479308" y="1292581"/>
          <a:ext cx="1615429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Product Owner (Christy):</a:t>
          </a:r>
          <a:r>
            <a:rPr lang="en-US" sz="1100" b="0" i="0" kern="1200" baseline="0"/>
            <a:t> Prioritized backlog and defined project goals </a:t>
          </a:r>
          <a:endParaRPr lang="en-US" sz="1100" kern="1200"/>
        </a:p>
      </dsp:txBody>
      <dsp:txXfrm>
        <a:off x="479308" y="1292581"/>
        <a:ext cx="1615429" cy="646171"/>
      </dsp:txXfrm>
    </dsp:sp>
    <dsp:sp modelId="{2D1148D6-2A0D-40FA-A4A9-5C51395C246D}">
      <dsp:nvSpPr>
        <dsp:cNvPr id="0" name=""/>
        <dsp:cNvSpPr/>
      </dsp:nvSpPr>
      <dsp:spPr>
        <a:xfrm>
          <a:off x="2692447" y="238"/>
          <a:ext cx="985412" cy="985412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659D75-263A-4D45-AF55-3F697B434A62}">
      <dsp:nvSpPr>
        <dsp:cNvPr id="0" name=""/>
        <dsp:cNvSpPr/>
      </dsp:nvSpPr>
      <dsp:spPr>
        <a:xfrm>
          <a:off x="2902452" y="210244"/>
          <a:ext cx="565400" cy="56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5BA86-9FEB-40AB-B9F0-3677ABCC831B}">
      <dsp:nvSpPr>
        <dsp:cNvPr id="0" name=""/>
        <dsp:cNvSpPr/>
      </dsp:nvSpPr>
      <dsp:spPr>
        <a:xfrm>
          <a:off x="2377438" y="1292581"/>
          <a:ext cx="1615429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Scrum Master (Ron):</a:t>
          </a:r>
          <a:r>
            <a:rPr lang="en-US" sz="1100" b="0" i="0" kern="1200" baseline="0"/>
            <a:t> Led Scrum events and removed obstacles </a:t>
          </a:r>
          <a:endParaRPr lang="en-US" sz="1100" kern="1200"/>
        </a:p>
      </dsp:txBody>
      <dsp:txXfrm>
        <a:off x="2377438" y="1292581"/>
        <a:ext cx="1615429" cy="646171"/>
      </dsp:txXfrm>
    </dsp:sp>
    <dsp:sp modelId="{CD1F9BD2-D150-4CE9-BBCB-E6E745C064FB}">
      <dsp:nvSpPr>
        <dsp:cNvPr id="0" name=""/>
        <dsp:cNvSpPr/>
      </dsp:nvSpPr>
      <dsp:spPr>
        <a:xfrm>
          <a:off x="4590576" y="238"/>
          <a:ext cx="985412" cy="985412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63520-7B04-4198-A0C0-60E77B2CE8B4}">
      <dsp:nvSpPr>
        <dsp:cNvPr id="0" name=""/>
        <dsp:cNvSpPr/>
      </dsp:nvSpPr>
      <dsp:spPr>
        <a:xfrm>
          <a:off x="4800582" y="210244"/>
          <a:ext cx="565400" cy="56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83A67-E45B-4859-A693-4CD270094A08}">
      <dsp:nvSpPr>
        <dsp:cNvPr id="0" name=""/>
        <dsp:cNvSpPr/>
      </dsp:nvSpPr>
      <dsp:spPr>
        <a:xfrm>
          <a:off x="4275568" y="1292581"/>
          <a:ext cx="1615429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 dirty="0"/>
            <a:t>Developer (Nicky):</a:t>
          </a:r>
          <a:r>
            <a:rPr lang="en-US" sz="1100" b="0" i="0" kern="1200" baseline="0" dirty="0"/>
            <a:t> </a:t>
          </a:r>
          <a:r>
            <a:rPr lang="en-US" sz="1100" kern="1200" dirty="0"/>
            <a:t>Built and implemented the system following Agile development practices</a:t>
          </a:r>
        </a:p>
      </dsp:txBody>
      <dsp:txXfrm>
        <a:off x="4275568" y="1292581"/>
        <a:ext cx="1615429" cy="646171"/>
      </dsp:txXfrm>
    </dsp:sp>
    <dsp:sp modelId="{5498AA95-B59B-4591-814E-890F0707D84E}">
      <dsp:nvSpPr>
        <dsp:cNvPr id="0" name=""/>
        <dsp:cNvSpPr/>
      </dsp:nvSpPr>
      <dsp:spPr>
        <a:xfrm>
          <a:off x="6488706" y="238"/>
          <a:ext cx="985412" cy="985412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07AA2B-E134-4194-849E-0C708B7EA218}">
      <dsp:nvSpPr>
        <dsp:cNvPr id="0" name=""/>
        <dsp:cNvSpPr/>
      </dsp:nvSpPr>
      <dsp:spPr>
        <a:xfrm>
          <a:off x="6698712" y="210244"/>
          <a:ext cx="565400" cy="56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0DC52-9A9B-4932-A8B8-0D42D03FF162}">
      <dsp:nvSpPr>
        <dsp:cNvPr id="0" name=""/>
        <dsp:cNvSpPr/>
      </dsp:nvSpPr>
      <dsp:spPr>
        <a:xfrm>
          <a:off x="6173698" y="1292581"/>
          <a:ext cx="1615429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Tester (Brian):</a:t>
          </a:r>
          <a:r>
            <a:rPr lang="en-US" sz="1100" b="0" i="0" kern="1200" baseline="0"/>
            <a:t> Created test cases and ensured quality </a:t>
          </a:r>
          <a:endParaRPr lang="en-US" sz="1100" kern="1200"/>
        </a:p>
      </dsp:txBody>
      <dsp:txXfrm>
        <a:off x="6173698" y="1292581"/>
        <a:ext cx="1615429" cy="646171"/>
      </dsp:txXfrm>
    </dsp:sp>
    <dsp:sp modelId="{7B30D600-1F5C-4576-B9E0-60D6330D9F04}">
      <dsp:nvSpPr>
        <dsp:cNvPr id="0" name=""/>
        <dsp:cNvSpPr/>
      </dsp:nvSpPr>
      <dsp:spPr>
        <a:xfrm>
          <a:off x="8386836" y="238"/>
          <a:ext cx="985412" cy="985412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62488-0687-41C9-8715-4FC00B3269E2}">
      <dsp:nvSpPr>
        <dsp:cNvPr id="0" name=""/>
        <dsp:cNvSpPr/>
      </dsp:nvSpPr>
      <dsp:spPr>
        <a:xfrm>
          <a:off x="8596842" y="210244"/>
          <a:ext cx="565400" cy="5654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B10CD-DD57-4CCC-8684-579FFB39331D}">
      <dsp:nvSpPr>
        <dsp:cNvPr id="0" name=""/>
        <dsp:cNvSpPr/>
      </dsp:nvSpPr>
      <dsp:spPr>
        <a:xfrm>
          <a:off x="8071827" y="1292581"/>
          <a:ext cx="1615429" cy="646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Client (Amanda):</a:t>
          </a:r>
          <a:r>
            <a:rPr lang="en-US" sz="1100" b="0" i="0" kern="1200" baseline="0"/>
            <a:t> Provided requirements and feedback </a:t>
          </a:r>
          <a:endParaRPr lang="en-US" sz="1100" kern="1200"/>
        </a:p>
      </dsp:txBody>
      <dsp:txXfrm>
        <a:off x="8071827" y="1292581"/>
        <a:ext cx="1615429" cy="646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4A966-C72E-4C16-9ECE-7A4C6279B5C1}">
      <dsp:nvSpPr>
        <dsp:cNvPr id="0" name=""/>
        <dsp:cNvSpPr/>
      </dsp:nvSpPr>
      <dsp:spPr>
        <a:xfrm>
          <a:off x="0" y="650938"/>
          <a:ext cx="6620255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Planning (Sprint Planning &amp; Backlog) </a:t>
          </a:r>
          <a:endParaRPr lang="en-US" sz="3100" kern="1200"/>
        </a:p>
      </dsp:txBody>
      <dsp:txXfrm>
        <a:off x="36296" y="687234"/>
        <a:ext cx="6547663" cy="670943"/>
      </dsp:txXfrm>
    </dsp:sp>
    <dsp:sp modelId="{9C0D2C28-402F-425F-9537-DF3BF56B32C2}">
      <dsp:nvSpPr>
        <dsp:cNvPr id="0" name=""/>
        <dsp:cNvSpPr/>
      </dsp:nvSpPr>
      <dsp:spPr>
        <a:xfrm>
          <a:off x="0" y="1483753"/>
          <a:ext cx="6620255" cy="743535"/>
        </a:xfrm>
        <a:prstGeom prst="roundRect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Development (Coding features) </a:t>
          </a:r>
          <a:endParaRPr lang="en-US" sz="3100" kern="1200"/>
        </a:p>
      </dsp:txBody>
      <dsp:txXfrm>
        <a:off x="36296" y="1520049"/>
        <a:ext cx="6547663" cy="670943"/>
      </dsp:txXfrm>
    </dsp:sp>
    <dsp:sp modelId="{A51668E6-4776-4028-BD32-5C8734774A21}">
      <dsp:nvSpPr>
        <dsp:cNvPr id="0" name=""/>
        <dsp:cNvSpPr/>
      </dsp:nvSpPr>
      <dsp:spPr>
        <a:xfrm>
          <a:off x="0" y="2316568"/>
          <a:ext cx="6620255" cy="743535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Testing (Verifying functionality) </a:t>
          </a:r>
          <a:endParaRPr lang="en-US" sz="3100" kern="1200"/>
        </a:p>
      </dsp:txBody>
      <dsp:txXfrm>
        <a:off x="36296" y="2352864"/>
        <a:ext cx="6547663" cy="670943"/>
      </dsp:txXfrm>
    </dsp:sp>
    <dsp:sp modelId="{FE8B5B19-4D89-4F10-B257-A6ED49A75A36}">
      <dsp:nvSpPr>
        <dsp:cNvPr id="0" name=""/>
        <dsp:cNvSpPr/>
      </dsp:nvSpPr>
      <dsp:spPr>
        <a:xfrm>
          <a:off x="0" y="3149383"/>
          <a:ext cx="6620255" cy="743535"/>
        </a:xfrm>
        <a:prstGeom prst="roundRect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Review (Sprint Review with client) </a:t>
          </a:r>
          <a:endParaRPr lang="en-US" sz="3100" kern="1200"/>
        </a:p>
      </dsp:txBody>
      <dsp:txXfrm>
        <a:off x="36296" y="3185679"/>
        <a:ext cx="6547663" cy="670943"/>
      </dsp:txXfrm>
    </dsp:sp>
    <dsp:sp modelId="{CBC4DBF9-8591-4262-B9B9-7F87B3C1D917}">
      <dsp:nvSpPr>
        <dsp:cNvPr id="0" name=""/>
        <dsp:cNvSpPr/>
      </dsp:nvSpPr>
      <dsp:spPr>
        <a:xfrm>
          <a:off x="0" y="3982198"/>
          <a:ext cx="6620255" cy="743535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Improvement (Sprint Retrospective) </a:t>
          </a:r>
          <a:endParaRPr lang="en-US" sz="3100" kern="1200"/>
        </a:p>
      </dsp:txBody>
      <dsp:txXfrm>
        <a:off x="36296" y="4018494"/>
        <a:ext cx="6547663" cy="6709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66FD0-6E3F-4069-B4CA-70593C322D99}">
      <dsp:nvSpPr>
        <dsp:cNvPr id="0" name=""/>
        <dsp:cNvSpPr/>
      </dsp:nvSpPr>
      <dsp:spPr>
        <a:xfrm>
          <a:off x="0" y="656"/>
          <a:ext cx="6620255" cy="5513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3ABE9-CA72-4317-840A-E327C2B39637}">
      <dsp:nvSpPr>
        <dsp:cNvPr id="0" name=""/>
        <dsp:cNvSpPr/>
      </dsp:nvSpPr>
      <dsp:spPr>
        <a:xfrm>
          <a:off x="166773" y="124703"/>
          <a:ext cx="303225" cy="303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9AABD-E397-426F-AA95-70BB33B6F32E}">
      <dsp:nvSpPr>
        <dsp:cNvPr id="0" name=""/>
        <dsp:cNvSpPr/>
      </dsp:nvSpPr>
      <dsp:spPr>
        <a:xfrm>
          <a:off x="636773" y="656"/>
          <a:ext cx="5983482" cy="55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48" tIns="58348" rIns="58348" bIns="5834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Agile:</a:t>
          </a:r>
          <a:endParaRPr lang="en-US" sz="1600" kern="1200"/>
        </a:p>
      </dsp:txBody>
      <dsp:txXfrm>
        <a:off x="636773" y="656"/>
        <a:ext cx="5983482" cy="551318"/>
      </dsp:txXfrm>
    </dsp:sp>
    <dsp:sp modelId="{95562AD2-9751-4C07-A098-E4ACE4571E1B}">
      <dsp:nvSpPr>
        <dsp:cNvPr id="0" name=""/>
        <dsp:cNvSpPr/>
      </dsp:nvSpPr>
      <dsp:spPr>
        <a:xfrm>
          <a:off x="0" y="689804"/>
          <a:ext cx="6620255" cy="5513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CCC502-5076-4435-B864-65234E8CD8A0}">
      <dsp:nvSpPr>
        <dsp:cNvPr id="0" name=""/>
        <dsp:cNvSpPr/>
      </dsp:nvSpPr>
      <dsp:spPr>
        <a:xfrm>
          <a:off x="166773" y="813851"/>
          <a:ext cx="303225" cy="303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EEAF3-86D7-47EF-89E9-6F6B9E675A15}">
      <dsp:nvSpPr>
        <dsp:cNvPr id="0" name=""/>
        <dsp:cNvSpPr/>
      </dsp:nvSpPr>
      <dsp:spPr>
        <a:xfrm>
          <a:off x="636773" y="689804"/>
          <a:ext cx="5983482" cy="55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48" tIns="58348" rIns="58348" bIns="5834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Flexible and iterative </a:t>
          </a:r>
        </a:p>
      </dsp:txBody>
      <dsp:txXfrm>
        <a:off x="636773" y="689804"/>
        <a:ext cx="5983482" cy="551318"/>
      </dsp:txXfrm>
    </dsp:sp>
    <dsp:sp modelId="{D2206241-9E69-46EF-BB8D-8373F36B29C9}">
      <dsp:nvSpPr>
        <dsp:cNvPr id="0" name=""/>
        <dsp:cNvSpPr/>
      </dsp:nvSpPr>
      <dsp:spPr>
        <a:xfrm>
          <a:off x="0" y="1378953"/>
          <a:ext cx="6620255" cy="5513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33E214-D397-4614-8885-D9694B37D7EB}">
      <dsp:nvSpPr>
        <dsp:cNvPr id="0" name=""/>
        <dsp:cNvSpPr/>
      </dsp:nvSpPr>
      <dsp:spPr>
        <a:xfrm>
          <a:off x="166773" y="1503000"/>
          <a:ext cx="303225" cy="303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BAA2F-82BB-47D7-86DF-4D5155709854}">
      <dsp:nvSpPr>
        <dsp:cNvPr id="0" name=""/>
        <dsp:cNvSpPr/>
      </dsp:nvSpPr>
      <dsp:spPr>
        <a:xfrm>
          <a:off x="636773" y="1378953"/>
          <a:ext cx="5983482" cy="55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48" tIns="58348" rIns="58348" bIns="5834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Continuous feedback </a:t>
          </a:r>
        </a:p>
      </dsp:txBody>
      <dsp:txXfrm>
        <a:off x="636773" y="1378953"/>
        <a:ext cx="5983482" cy="551318"/>
      </dsp:txXfrm>
    </dsp:sp>
    <dsp:sp modelId="{4935BD14-DEF1-4555-B6AC-938D7EE63C34}">
      <dsp:nvSpPr>
        <dsp:cNvPr id="0" name=""/>
        <dsp:cNvSpPr/>
      </dsp:nvSpPr>
      <dsp:spPr>
        <a:xfrm>
          <a:off x="0" y="2068102"/>
          <a:ext cx="6620255" cy="5513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B0C67-EF86-468D-BADF-D7E75A884110}">
      <dsp:nvSpPr>
        <dsp:cNvPr id="0" name=""/>
        <dsp:cNvSpPr/>
      </dsp:nvSpPr>
      <dsp:spPr>
        <a:xfrm>
          <a:off x="166773" y="2192148"/>
          <a:ext cx="303225" cy="303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75A3D-FE84-48C3-BDDD-6924D3CD453F}">
      <dsp:nvSpPr>
        <dsp:cNvPr id="0" name=""/>
        <dsp:cNvSpPr/>
      </dsp:nvSpPr>
      <dsp:spPr>
        <a:xfrm>
          <a:off x="636773" y="2068102"/>
          <a:ext cx="5983482" cy="55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48" tIns="58348" rIns="58348" bIns="5834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Adapts to change</a:t>
          </a:r>
        </a:p>
      </dsp:txBody>
      <dsp:txXfrm>
        <a:off x="636773" y="2068102"/>
        <a:ext cx="5983482" cy="551318"/>
      </dsp:txXfrm>
    </dsp:sp>
    <dsp:sp modelId="{91C11E60-2267-4A96-95FD-0707B06FF861}">
      <dsp:nvSpPr>
        <dsp:cNvPr id="0" name=""/>
        <dsp:cNvSpPr/>
      </dsp:nvSpPr>
      <dsp:spPr>
        <a:xfrm>
          <a:off x="0" y="2757250"/>
          <a:ext cx="6620255" cy="5513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E45B1-69B1-4FC3-A604-43E5DC6656E3}">
      <dsp:nvSpPr>
        <dsp:cNvPr id="0" name=""/>
        <dsp:cNvSpPr/>
      </dsp:nvSpPr>
      <dsp:spPr>
        <a:xfrm>
          <a:off x="166773" y="2881297"/>
          <a:ext cx="303225" cy="303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5DAE0-8C5B-46F6-AD60-B633B87F704D}">
      <dsp:nvSpPr>
        <dsp:cNvPr id="0" name=""/>
        <dsp:cNvSpPr/>
      </dsp:nvSpPr>
      <dsp:spPr>
        <a:xfrm>
          <a:off x="636773" y="2757250"/>
          <a:ext cx="5983482" cy="55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48" tIns="58348" rIns="58348" bIns="5834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Waterfall:</a:t>
          </a:r>
          <a:endParaRPr lang="en-US" sz="1600" kern="1200"/>
        </a:p>
      </dsp:txBody>
      <dsp:txXfrm>
        <a:off x="636773" y="2757250"/>
        <a:ext cx="5983482" cy="551318"/>
      </dsp:txXfrm>
    </dsp:sp>
    <dsp:sp modelId="{D9695B71-2D02-4169-86BD-747C02E52FE3}">
      <dsp:nvSpPr>
        <dsp:cNvPr id="0" name=""/>
        <dsp:cNvSpPr/>
      </dsp:nvSpPr>
      <dsp:spPr>
        <a:xfrm>
          <a:off x="0" y="3446399"/>
          <a:ext cx="6620255" cy="5513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CCEF9D-7D81-4BC2-A312-ADCF9A71EB6A}">
      <dsp:nvSpPr>
        <dsp:cNvPr id="0" name=""/>
        <dsp:cNvSpPr/>
      </dsp:nvSpPr>
      <dsp:spPr>
        <a:xfrm>
          <a:off x="166773" y="3570446"/>
          <a:ext cx="303225" cy="303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EBC0F-54E9-4272-BAA8-FF21D5209BEB}">
      <dsp:nvSpPr>
        <dsp:cNvPr id="0" name=""/>
        <dsp:cNvSpPr/>
      </dsp:nvSpPr>
      <dsp:spPr>
        <a:xfrm>
          <a:off x="636773" y="3446399"/>
          <a:ext cx="5983482" cy="55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48" tIns="58348" rIns="58348" bIns="5834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Linear and structured </a:t>
          </a:r>
        </a:p>
      </dsp:txBody>
      <dsp:txXfrm>
        <a:off x="636773" y="3446399"/>
        <a:ext cx="5983482" cy="551318"/>
      </dsp:txXfrm>
    </dsp:sp>
    <dsp:sp modelId="{1013A944-ED30-46A3-8992-681E7BCDFF15}">
      <dsp:nvSpPr>
        <dsp:cNvPr id="0" name=""/>
        <dsp:cNvSpPr/>
      </dsp:nvSpPr>
      <dsp:spPr>
        <a:xfrm>
          <a:off x="0" y="4135548"/>
          <a:ext cx="6620255" cy="5513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BD323-BF84-448B-97B4-DF55D4BF419B}">
      <dsp:nvSpPr>
        <dsp:cNvPr id="0" name=""/>
        <dsp:cNvSpPr/>
      </dsp:nvSpPr>
      <dsp:spPr>
        <a:xfrm>
          <a:off x="166773" y="4259594"/>
          <a:ext cx="303225" cy="303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97D72-3472-4538-BAC7-93BCA9DE80E9}">
      <dsp:nvSpPr>
        <dsp:cNvPr id="0" name=""/>
        <dsp:cNvSpPr/>
      </dsp:nvSpPr>
      <dsp:spPr>
        <a:xfrm>
          <a:off x="636773" y="4135548"/>
          <a:ext cx="5983482" cy="55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48" tIns="58348" rIns="58348" bIns="5834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Limited flexibility </a:t>
          </a:r>
        </a:p>
      </dsp:txBody>
      <dsp:txXfrm>
        <a:off x="636773" y="4135548"/>
        <a:ext cx="5983482" cy="551318"/>
      </dsp:txXfrm>
    </dsp:sp>
    <dsp:sp modelId="{7F6390B9-9041-440C-9216-BC13AF9785FE}">
      <dsp:nvSpPr>
        <dsp:cNvPr id="0" name=""/>
        <dsp:cNvSpPr/>
      </dsp:nvSpPr>
      <dsp:spPr>
        <a:xfrm>
          <a:off x="0" y="4824696"/>
          <a:ext cx="6620255" cy="5513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9134B-5162-4DA9-B301-F8B0F8564870}">
      <dsp:nvSpPr>
        <dsp:cNvPr id="0" name=""/>
        <dsp:cNvSpPr/>
      </dsp:nvSpPr>
      <dsp:spPr>
        <a:xfrm>
          <a:off x="166773" y="4948743"/>
          <a:ext cx="303225" cy="303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17FA90-227D-4C92-843F-25B31A2EE6B3}">
      <dsp:nvSpPr>
        <dsp:cNvPr id="0" name=""/>
        <dsp:cNvSpPr/>
      </dsp:nvSpPr>
      <dsp:spPr>
        <a:xfrm>
          <a:off x="636773" y="4824696"/>
          <a:ext cx="5983482" cy="551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48" tIns="58348" rIns="58348" bIns="58348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Changes are difficult</a:t>
          </a:r>
        </a:p>
      </dsp:txBody>
      <dsp:txXfrm>
        <a:off x="636773" y="4824696"/>
        <a:ext cx="5983482" cy="5513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1E5CC-4B54-45B9-AAFC-923B06B6C8E3}">
      <dsp:nvSpPr>
        <dsp:cNvPr id="0" name=""/>
        <dsp:cNvSpPr/>
      </dsp:nvSpPr>
      <dsp:spPr>
        <a:xfrm>
          <a:off x="3268" y="198328"/>
          <a:ext cx="2592824" cy="1555694"/>
        </a:xfrm>
        <a:prstGeom prst="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Use Agile when:</a:t>
          </a:r>
          <a:endParaRPr lang="en-US" sz="3000" kern="1200"/>
        </a:p>
      </dsp:txBody>
      <dsp:txXfrm>
        <a:off x="3268" y="198328"/>
        <a:ext cx="2592824" cy="1555694"/>
      </dsp:txXfrm>
    </dsp:sp>
    <dsp:sp modelId="{1CFFA643-E067-4A87-86E9-4EC02CC9B887}">
      <dsp:nvSpPr>
        <dsp:cNvPr id="0" name=""/>
        <dsp:cNvSpPr/>
      </dsp:nvSpPr>
      <dsp:spPr>
        <a:xfrm>
          <a:off x="2855374" y="198328"/>
          <a:ext cx="2592824" cy="1555694"/>
        </a:xfrm>
        <a:prstGeom prst="rect">
          <a:avLst/>
        </a:prstGeom>
        <a:solidFill>
          <a:schemeClr val="accent4">
            <a:shade val="80000"/>
            <a:hueOff val="15990"/>
            <a:satOff val="3250"/>
            <a:lumOff val="322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Requirements may change </a:t>
          </a:r>
        </a:p>
      </dsp:txBody>
      <dsp:txXfrm>
        <a:off x="2855374" y="198328"/>
        <a:ext cx="2592824" cy="1555694"/>
      </dsp:txXfrm>
    </dsp:sp>
    <dsp:sp modelId="{19B0C413-55B1-4149-AD8D-86320FADF82F}">
      <dsp:nvSpPr>
        <dsp:cNvPr id="0" name=""/>
        <dsp:cNvSpPr/>
      </dsp:nvSpPr>
      <dsp:spPr>
        <a:xfrm>
          <a:off x="5707481" y="198328"/>
          <a:ext cx="2592824" cy="1555694"/>
        </a:xfrm>
        <a:prstGeom prst="rect">
          <a:avLst/>
        </a:prstGeom>
        <a:solidFill>
          <a:schemeClr val="accent4">
            <a:shade val="80000"/>
            <a:hueOff val="31979"/>
            <a:satOff val="6501"/>
            <a:lumOff val="64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Frequent feedback is needed </a:t>
          </a:r>
        </a:p>
      </dsp:txBody>
      <dsp:txXfrm>
        <a:off x="5707481" y="198328"/>
        <a:ext cx="2592824" cy="1555694"/>
      </dsp:txXfrm>
    </dsp:sp>
    <dsp:sp modelId="{FA1CB2EE-45A2-4A0F-B5B4-855ADBEE857C}">
      <dsp:nvSpPr>
        <dsp:cNvPr id="0" name=""/>
        <dsp:cNvSpPr/>
      </dsp:nvSpPr>
      <dsp:spPr>
        <a:xfrm>
          <a:off x="8559587" y="198328"/>
          <a:ext cx="2592824" cy="1555694"/>
        </a:xfrm>
        <a:prstGeom prst="rect">
          <a:avLst/>
        </a:prstGeom>
        <a:solidFill>
          <a:schemeClr val="accent4">
            <a:shade val="80000"/>
            <a:hueOff val="47969"/>
            <a:satOff val="9751"/>
            <a:lumOff val="96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Fast delivery is important </a:t>
          </a:r>
        </a:p>
      </dsp:txBody>
      <dsp:txXfrm>
        <a:off x="8559587" y="198328"/>
        <a:ext cx="2592824" cy="1555694"/>
      </dsp:txXfrm>
    </dsp:sp>
    <dsp:sp modelId="{FD096077-C0FA-46DF-A207-56B4D29F3B76}">
      <dsp:nvSpPr>
        <dsp:cNvPr id="0" name=""/>
        <dsp:cNvSpPr/>
      </dsp:nvSpPr>
      <dsp:spPr>
        <a:xfrm>
          <a:off x="3268" y="2013305"/>
          <a:ext cx="2592824" cy="1555694"/>
        </a:xfrm>
        <a:prstGeom prst="rect">
          <a:avLst/>
        </a:prstGeom>
        <a:solidFill>
          <a:schemeClr val="accent4">
            <a:shade val="80000"/>
            <a:hueOff val="63958"/>
            <a:satOff val="13001"/>
            <a:lumOff val="128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Use Waterfall when:</a:t>
          </a:r>
          <a:endParaRPr lang="en-US" sz="3000" kern="1200"/>
        </a:p>
      </dsp:txBody>
      <dsp:txXfrm>
        <a:off x="3268" y="2013305"/>
        <a:ext cx="2592824" cy="1555694"/>
      </dsp:txXfrm>
    </dsp:sp>
    <dsp:sp modelId="{37814480-B0B3-4186-B964-AE4CA92C2E67}">
      <dsp:nvSpPr>
        <dsp:cNvPr id="0" name=""/>
        <dsp:cNvSpPr/>
      </dsp:nvSpPr>
      <dsp:spPr>
        <a:xfrm>
          <a:off x="2855374" y="2013305"/>
          <a:ext cx="2592824" cy="1555694"/>
        </a:xfrm>
        <a:prstGeom prst="rect">
          <a:avLst/>
        </a:prstGeom>
        <a:solidFill>
          <a:schemeClr val="accent4">
            <a:shade val="80000"/>
            <a:hueOff val="79948"/>
            <a:satOff val="16251"/>
            <a:lumOff val="161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Requirements are fixed </a:t>
          </a:r>
        </a:p>
      </dsp:txBody>
      <dsp:txXfrm>
        <a:off x="2855374" y="2013305"/>
        <a:ext cx="2592824" cy="1555694"/>
      </dsp:txXfrm>
    </dsp:sp>
    <dsp:sp modelId="{8C34D77D-AE08-411A-9A0F-39459469ED31}">
      <dsp:nvSpPr>
        <dsp:cNvPr id="0" name=""/>
        <dsp:cNvSpPr/>
      </dsp:nvSpPr>
      <dsp:spPr>
        <a:xfrm>
          <a:off x="5707481" y="2013305"/>
          <a:ext cx="2592824" cy="1555694"/>
        </a:xfrm>
        <a:prstGeom prst="rect">
          <a:avLst/>
        </a:prstGeom>
        <a:solidFill>
          <a:schemeClr val="accent4">
            <a:shade val="80000"/>
            <a:hueOff val="95937"/>
            <a:satOff val="19502"/>
            <a:lumOff val="1933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Project is predictable </a:t>
          </a:r>
        </a:p>
      </dsp:txBody>
      <dsp:txXfrm>
        <a:off x="5707481" y="2013305"/>
        <a:ext cx="2592824" cy="1555694"/>
      </dsp:txXfrm>
    </dsp:sp>
    <dsp:sp modelId="{56751D25-A3D2-4C3D-AF07-A2C1397DDA60}">
      <dsp:nvSpPr>
        <dsp:cNvPr id="0" name=""/>
        <dsp:cNvSpPr/>
      </dsp:nvSpPr>
      <dsp:spPr>
        <a:xfrm>
          <a:off x="8559587" y="2013305"/>
          <a:ext cx="2592824" cy="1555694"/>
        </a:xfrm>
        <a:prstGeom prst="rect">
          <a:avLst/>
        </a:prstGeom>
        <a:solidFill>
          <a:schemeClr val="accent4">
            <a:shade val="80000"/>
            <a:hueOff val="111927"/>
            <a:satOff val="22752"/>
            <a:lumOff val="225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Detailed planning is required</a:t>
          </a:r>
        </a:p>
      </dsp:txBody>
      <dsp:txXfrm>
        <a:off x="8559587" y="2013305"/>
        <a:ext cx="2592824" cy="1555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9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5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8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1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54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65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78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7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6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83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7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ckinse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08C0D-5D18-2084-D262-168AE6E9E5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42ECC3-B47F-3633-DA45-F18D7F2A6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SNHU Travel Agile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6C2B8-D29A-01B2-ABA1-D3D687156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Sprint Review &amp; Agile Analysis</a:t>
            </a:r>
          </a:p>
          <a:p>
            <a:r>
              <a:rPr lang="en-US" sz="2400">
                <a:solidFill>
                  <a:srgbClr val="FFFFFF"/>
                </a:solidFill>
              </a:rPr>
              <a:t>Matthew Owens</a:t>
            </a:r>
          </a:p>
          <a:p>
            <a:r>
              <a:rPr lang="en-US" sz="2400">
                <a:solidFill>
                  <a:srgbClr val="FFFFFF"/>
                </a:solidFill>
              </a:rPr>
              <a:t>CS 250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98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175C-43AC-E0AA-27DB-1ADD3059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Team Roles</a:t>
            </a:r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0FEC62A9-A1A3-2444-80F7-89AD2D881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462573"/>
              </p:ext>
            </p:extLst>
          </p:nvPr>
        </p:nvGraphicFramePr>
        <p:xfrm>
          <a:off x="521208" y="3492776"/>
          <a:ext cx="10166566" cy="1938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591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A2F37-8112-993B-02D5-AEA39E01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Agile Development Phases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58D42B2-1899-97F9-9906-CD65EB36FC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182665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3CA4C2-C18F-3276-1E72-2AA2E7BC6D22}"/>
              </a:ext>
            </a:extLst>
          </p:cNvPr>
          <p:cNvSpPr txBox="1"/>
          <p:nvPr/>
        </p:nvSpPr>
        <p:spPr>
          <a:xfrm>
            <a:off x="10668000" y="6447136"/>
            <a:ext cx="1473200" cy="31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(Atlassian, 2024)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BC71E-6801-6074-3B51-E1C7248EB251}"/>
              </a:ext>
            </a:extLst>
          </p:cNvPr>
          <p:cNvSpPr txBox="1"/>
          <p:nvPr/>
        </p:nvSpPr>
        <p:spPr>
          <a:xfrm>
            <a:off x="596900" y="3333750"/>
            <a:ext cx="3953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phases repeat in cycles called sprints.</a:t>
            </a:r>
          </a:p>
        </p:txBody>
      </p:sp>
    </p:spTree>
    <p:extLst>
      <p:ext uri="{BB962C8B-B14F-4D97-AF65-F5344CB8AC3E}">
        <p14:creationId xmlns:p14="http://schemas.microsoft.com/office/powerpoint/2010/main" val="429917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35DA5-4907-6569-D3DE-FA252F60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Agile vs Waterfall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94D58AF-BEA7-5367-94F7-ECE1CD2943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903266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26EA84A-24D8-6BC6-4BBC-C880F68781E6}"/>
              </a:ext>
            </a:extLst>
          </p:cNvPr>
          <p:cNvSpPr txBox="1"/>
          <p:nvPr/>
        </p:nvSpPr>
        <p:spPr>
          <a:xfrm>
            <a:off x="9150350" y="6449365"/>
            <a:ext cx="3041650" cy="314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(Project Management Institute, 2021)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8FDF8-AE73-2C88-CB1B-5DEEA2C1E617}"/>
              </a:ext>
            </a:extLst>
          </p:cNvPr>
          <p:cNvSpPr txBox="1"/>
          <p:nvPr/>
        </p:nvSpPr>
        <p:spPr>
          <a:xfrm>
            <a:off x="517870" y="2851150"/>
            <a:ext cx="3800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Agile supports continuous improvement, while Waterfall follows a fixed sequence.</a:t>
            </a:r>
          </a:p>
        </p:txBody>
      </p:sp>
    </p:spTree>
    <p:extLst>
      <p:ext uri="{BB962C8B-B14F-4D97-AF65-F5344CB8AC3E}">
        <p14:creationId xmlns:p14="http://schemas.microsoft.com/office/powerpoint/2010/main" val="1130922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3EECF-4A02-F971-32BA-651A25A6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Agile or Waterfall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1658D2-D9ED-EFEF-4C5A-C5BD71868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810717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8BE2A99-FB7A-1719-F4BB-08A12227A4AF}"/>
              </a:ext>
            </a:extLst>
          </p:cNvPr>
          <p:cNvSpPr txBox="1"/>
          <p:nvPr/>
        </p:nvSpPr>
        <p:spPr>
          <a:xfrm>
            <a:off x="9721850" y="6483096"/>
            <a:ext cx="2526538" cy="319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(McKinsey &amp; Company, 2023)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580BB-3832-E275-8450-C4B9218E6700}"/>
              </a:ext>
            </a:extLst>
          </p:cNvPr>
          <p:cNvSpPr txBox="1"/>
          <p:nvPr/>
        </p:nvSpPr>
        <p:spPr>
          <a:xfrm>
            <a:off x="609600" y="1784350"/>
            <a:ext cx="8655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Agile was the best approach for this project because requirements changed and continuous feedback was needed.</a:t>
            </a:r>
          </a:p>
        </p:txBody>
      </p:sp>
    </p:spTree>
    <p:extLst>
      <p:ext uri="{BB962C8B-B14F-4D97-AF65-F5344CB8AC3E}">
        <p14:creationId xmlns:p14="http://schemas.microsoft.com/office/powerpoint/2010/main" val="48885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F7C1D-ABFC-2D1F-1C14-C117FE6E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47740E-CD5C-0C3B-BDEB-3EC808D94B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ED291E-37B2-C2AD-6FC8-139DB24AF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References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C43ED-18B6-D6FA-B8FA-7ECF28FFF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0716" y="4017818"/>
            <a:ext cx="6111134" cy="1828799"/>
          </a:xfrm>
        </p:spPr>
        <p:txBody>
          <a:bodyPr anchor="b">
            <a:normAutofit fontScale="92500" lnSpcReduction="20000"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Project Management Institute. (2021). Agile practice guide. Project Management Institute.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Atlassian. (2024). What is agile project management? Atlassian. </a:t>
            </a:r>
            <a:r>
              <a:rPr lang="en-US" sz="1400" dirty="0">
                <a:hlinkClick r:id="rId3"/>
              </a:rPr>
              <a:t>https://www.atlassian.com/agile</a:t>
            </a:r>
            <a:endParaRPr lang="en-US" sz="1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McKinsey &amp; Company. (2023). How agile transforms organizations. McKinsey &amp; Company. </a:t>
            </a:r>
            <a:r>
              <a:rPr lang="en-US" sz="1400" dirty="0">
                <a:hlinkClick r:id="rId4"/>
              </a:rPr>
              <a:t>https://www.mckinsey.com</a:t>
            </a:r>
            <a:endParaRPr lang="en-US" sz="1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Scrum.org. (2022). The three pillars of empiricism in Scrum. Scrum.org. https://www.scrum.org/resources/blog/three-pillars-empiricism-scrum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94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306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Bierstadt</vt:lpstr>
      <vt:lpstr>Times New Roman</vt:lpstr>
      <vt:lpstr>GestaltVTI</vt:lpstr>
      <vt:lpstr>SNHU Travel Agile Project</vt:lpstr>
      <vt:lpstr>Agile Team Roles</vt:lpstr>
      <vt:lpstr>Agile Development Phases</vt:lpstr>
      <vt:lpstr>Agile vs Waterfall</vt:lpstr>
      <vt:lpstr>Choosing Agile or Waterfall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Owens</dc:creator>
  <cp:lastModifiedBy>Matthew Owens</cp:lastModifiedBy>
  <cp:revision>6</cp:revision>
  <dcterms:created xsi:type="dcterms:W3CDTF">2026-04-14T18:54:59Z</dcterms:created>
  <dcterms:modified xsi:type="dcterms:W3CDTF">2026-04-14T19:29:24Z</dcterms:modified>
</cp:coreProperties>
</file>